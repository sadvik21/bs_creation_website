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3.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80" r:id="rId4"/>
    <p:sldId id="281" r:id="rId5"/>
    <p:sldId id="282" r:id="rId6"/>
    <p:sldId id="271" r:id="rId7"/>
    <p:sldId id="284" r:id="rId8"/>
    <p:sldId id="279" r:id="rId9"/>
    <p:sldId id="285" r:id="rId10"/>
    <p:sldId id="286" r:id="rId11"/>
    <p:sldId id="283" r:id="rId12"/>
    <p:sldId id="287" r:id="rId13"/>
    <p:sldId id="289" r:id="rId14"/>
    <p:sldId id="288" r:id="rId15"/>
    <p:sldId id="290" r:id="rId16"/>
    <p:sldId id="292" r:id="rId17"/>
    <p:sldId id="291" r:id="rId18"/>
    <p:sldId id="295" r:id="rId19"/>
    <p:sldId id="296" r:id="rId20"/>
    <p:sldId id="297" r:id="rId21"/>
    <p:sldId id="298" r:id="rId22"/>
    <p:sldId id="299" r:id="rId23"/>
    <p:sldId id="304" r:id="rId24"/>
    <p:sldId id="300" r:id="rId25"/>
    <p:sldId id="301" r:id="rId26"/>
    <p:sldId id="303" r:id="rId27"/>
    <p:sldId id="302" r:id="rId28"/>
    <p:sldId id="305" r:id="rId29"/>
    <p:sldId id="307" r:id="rId30"/>
    <p:sldId id="309" r:id="rId31"/>
    <p:sldId id="308" r:id="rId32"/>
  </p:sldIdLst>
  <p:sldSz cx="9144000" cy="5143500" type="screen16x9"/>
  <p:notesSz cx="6858000" cy="9144000"/>
  <p:embeddedFontLst>
    <p:embeddedFont>
      <p:font typeface="Barlow Light" panose="00000400000000000000" pitchFamily="2" charset="0"/>
      <p:regular r:id="rId34"/>
      <p:bold r:id="rId35"/>
      <p:italic r:id="rId36"/>
      <p:boldItalic r:id="rId37"/>
    </p:embeddedFont>
    <p:embeddedFont>
      <p:font typeface="Barlow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604AA6-F1BE-4B66-B280-FDCC3A6EED3E}">
  <a:tblStyle styleId="{DF604AA6-F1BE-4B66-B280-FDCC3A6EED3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78" d="100"/>
          <a:sy n="78" d="100"/>
        </p:scale>
        <p:origin x="940" y="5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font" Target="fonts/font8.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1138BD-AB71-423E-905F-7DC006B7960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C17BF36-41FE-4E45-9D1D-0C1BE4613655}">
      <dgm:prSet custT="1"/>
      <dgm:spPr/>
      <dgm:t>
        <a:bodyPr/>
        <a:lstStyle/>
        <a:p>
          <a:pPr rtl="0"/>
          <a:r>
            <a:rPr lang="en-US" sz="1800" b="1" i="0" dirty="0"/>
            <a:t>A System consists of a number of interrelated  components, only few of them can be seen easily. (For e.g. Human Body, Refinery System)</a:t>
          </a:r>
          <a:endParaRPr lang="en-US" sz="1800" dirty="0"/>
        </a:p>
      </dgm:t>
    </dgm:pt>
    <dgm:pt modelId="{373F2072-F93C-4025-8C3C-10E0974841BD}" type="parTrans" cxnId="{81C7D07F-9AB3-4187-9053-15580A901C33}">
      <dgm:prSet/>
      <dgm:spPr/>
      <dgm:t>
        <a:bodyPr/>
        <a:lstStyle/>
        <a:p>
          <a:endParaRPr lang="en-US" sz="1800"/>
        </a:p>
      </dgm:t>
    </dgm:pt>
    <dgm:pt modelId="{A48831C0-0962-4A06-B6FD-1A17C2C66970}" type="sibTrans" cxnId="{81C7D07F-9AB3-4187-9053-15580A901C33}">
      <dgm:prSet/>
      <dgm:spPr/>
      <dgm:t>
        <a:bodyPr/>
        <a:lstStyle/>
        <a:p>
          <a:endParaRPr lang="en-US" sz="1800"/>
        </a:p>
      </dgm:t>
    </dgm:pt>
    <dgm:pt modelId="{B393B945-309E-40C1-9F84-0D2625FD0827}">
      <dgm:prSet custT="1"/>
      <dgm:spPr/>
      <dgm:t>
        <a:bodyPr/>
        <a:lstStyle/>
        <a:p>
          <a:pPr rtl="0"/>
          <a:r>
            <a:rPr lang="en-US" sz="1800" b="1" i="0" dirty="0"/>
            <a:t>A System is defined as a group of interrelated components organized with a purpose.</a:t>
          </a:r>
          <a:endParaRPr lang="en-US" sz="1800" b="0" i="0" dirty="0"/>
        </a:p>
      </dgm:t>
    </dgm:pt>
    <dgm:pt modelId="{019AA576-4839-45CA-B704-D5AF5C2360C9}" type="parTrans" cxnId="{0ED991FF-A568-4A07-B450-DAA58F493F5C}">
      <dgm:prSet/>
      <dgm:spPr/>
      <dgm:t>
        <a:bodyPr/>
        <a:lstStyle/>
        <a:p>
          <a:endParaRPr lang="en-US" sz="1800"/>
        </a:p>
      </dgm:t>
    </dgm:pt>
    <dgm:pt modelId="{B66BF60D-37A2-4D36-80E1-AFD572053306}" type="sibTrans" cxnId="{0ED991FF-A568-4A07-B450-DAA58F493F5C}">
      <dgm:prSet/>
      <dgm:spPr/>
      <dgm:t>
        <a:bodyPr/>
        <a:lstStyle/>
        <a:p>
          <a:endParaRPr lang="en-US" sz="1800"/>
        </a:p>
      </dgm:t>
    </dgm:pt>
    <dgm:pt modelId="{89B421A4-AF7C-40B5-B4AC-2B6688C791D0}" type="pres">
      <dgm:prSet presAssocID="{071138BD-AB71-423E-905F-7DC006B7960E}" presName="linear" presStyleCnt="0">
        <dgm:presLayoutVars>
          <dgm:animLvl val="lvl"/>
          <dgm:resizeHandles val="exact"/>
        </dgm:presLayoutVars>
      </dgm:prSet>
      <dgm:spPr/>
    </dgm:pt>
    <dgm:pt modelId="{EE1B860D-A910-445A-93E7-66535B9805A7}" type="pres">
      <dgm:prSet presAssocID="{BC17BF36-41FE-4E45-9D1D-0C1BE4613655}" presName="parentText" presStyleLbl="node1" presStyleIdx="0" presStyleCnt="2">
        <dgm:presLayoutVars>
          <dgm:chMax val="0"/>
          <dgm:bulletEnabled val="1"/>
        </dgm:presLayoutVars>
      </dgm:prSet>
      <dgm:spPr/>
    </dgm:pt>
    <dgm:pt modelId="{511D77ED-FCD6-48D4-BB25-3F42D137B0F9}" type="pres">
      <dgm:prSet presAssocID="{A48831C0-0962-4A06-B6FD-1A17C2C66970}" presName="spacer" presStyleCnt="0"/>
      <dgm:spPr/>
    </dgm:pt>
    <dgm:pt modelId="{994A3F8A-8F29-425E-A1F7-B76319E66D75}" type="pres">
      <dgm:prSet presAssocID="{B393B945-309E-40C1-9F84-0D2625FD0827}" presName="parentText" presStyleLbl="node1" presStyleIdx="1" presStyleCnt="2">
        <dgm:presLayoutVars>
          <dgm:chMax val="0"/>
          <dgm:bulletEnabled val="1"/>
        </dgm:presLayoutVars>
      </dgm:prSet>
      <dgm:spPr/>
    </dgm:pt>
  </dgm:ptLst>
  <dgm:cxnLst>
    <dgm:cxn modelId="{1F86D910-CADA-4BF4-8940-F4C1DCD67715}" type="presOf" srcId="{B393B945-309E-40C1-9F84-0D2625FD0827}" destId="{994A3F8A-8F29-425E-A1F7-B76319E66D75}" srcOrd="0" destOrd="0" presId="urn:microsoft.com/office/officeart/2005/8/layout/vList2"/>
    <dgm:cxn modelId="{8F06B023-FDE8-4957-BBB5-2B3FAA624103}" type="presOf" srcId="{BC17BF36-41FE-4E45-9D1D-0C1BE4613655}" destId="{EE1B860D-A910-445A-93E7-66535B9805A7}" srcOrd="0" destOrd="0" presId="urn:microsoft.com/office/officeart/2005/8/layout/vList2"/>
    <dgm:cxn modelId="{81C7D07F-9AB3-4187-9053-15580A901C33}" srcId="{071138BD-AB71-423E-905F-7DC006B7960E}" destId="{BC17BF36-41FE-4E45-9D1D-0C1BE4613655}" srcOrd="0" destOrd="0" parTransId="{373F2072-F93C-4025-8C3C-10E0974841BD}" sibTransId="{A48831C0-0962-4A06-B6FD-1A17C2C66970}"/>
    <dgm:cxn modelId="{66B8DE7F-0677-47AF-B5E1-E5CFC40EB5CF}" type="presOf" srcId="{071138BD-AB71-423E-905F-7DC006B7960E}" destId="{89B421A4-AF7C-40B5-B4AC-2B6688C791D0}" srcOrd="0" destOrd="0" presId="urn:microsoft.com/office/officeart/2005/8/layout/vList2"/>
    <dgm:cxn modelId="{0ED991FF-A568-4A07-B450-DAA58F493F5C}" srcId="{071138BD-AB71-423E-905F-7DC006B7960E}" destId="{B393B945-309E-40C1-9F84-0D2625FD0827}" srcOrd="1" destOrd="0" parTransId="{019AA576-4839-45CA-B704-D5AF5C2360C9}" sibTransId="{B66BF60D-37A2-4D36-80E1-AFD572053306}"/>
    <dgm:cxn modelId="{3D45B377-447B-4656-A50A-8C6FFB972F67}" type="presParOf" srcId="{89B421A4-AF7C-40B5-B4AC-2B6688C791D0}" destId="{EE1B860D-A910-445A-93E7-66535B9805A7}" srcOrd="0" destOrd="0" presId="urn:microsoft.com/office/officeart/2005/8/layout/vList2"/>
    <dgm:cxn modelId="{892DB846-A893-4D85-9746-874494350348}" type="presParOf" srcId="{89B421A4-AF7C-40B5-B4AC-2B6688C791D0}" destId="{511D77ED-FCD6-48D4-BB25-3F42D137B0F9}" srcOrd="1" destOrd="0" presId="urn:microsoft.com/office/officeart/2005/8/layout/vList2"/>
    <dgm:cxn modelId="{B60E8299-1CE4-40D8-8447-161AD90DC802}" type="presParOf" srcId="{89B421A4-AF7C-40B5-B4AC-2B6688C791D0}" destId="{994A3F8A-8F29-425E-A1F7-B76319E66D7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1138BD-AB71-423E-905F-7DC006B7960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C17BF36-41FE-4E45-9D1D-0C1BE4613655}">
      <dgm:prSet custT="1"/>
      <dgm:spPr/>
      <dgm:t>
        <a:bodyPr/>
        <a:lstStyle/>
        <a:p>
          <a:pPr rtl="0"/>
          <a:r>
            <a:rPr lang="en-US" sz="1800" b="1" i="0" dirty="0">
              <a:latin typeface="Calibri" pitchFamily="34" charset="0"/>
            </a:rPr>
            <a:t>A System can be either probabilistic or deterministic in nature.</a:t>
          </a:r>
          <a:endParaRPr lang="en-US" sz="1800" b="1" dirty="0">
            <a:latin typeface="Calibri" pitchFamily="34" charset="0"/>
          </a:endParaRPr>
        </a:p>
      </dgm:t>
    </dgm:pt>
    <dgm:pt modelId="{373F2072-F93C-4025-8C3C-10E0974841BD}" type="parTrans" cxnId="{81C7D07F-9AB3-4187-9053-15580A901C33}">
      <dgm:prSet/>
      <dgm:spPr/>
      <dgm:t>
        <a:bodyPr/>
        <a:lstStyle/>
        <a:p>
          <a:endParaRPr lang="en-US" sz="1800" b="1">
            <a:latin typeface="Calibri" pitchFamily="34" charset="0"/>
          </a:endParaRPr>
        </a:p>
      </dgm:t>
    </dgm:pt>
    <dgm:pt modelId="{A48831C0-0962-4A06-B6FD-1A17C2C66970}" type="sibTrans" cxnId="{81C7D07F-9AB3-4187-9053-15580A901C33}">
      <dgm:prSet/>
      <dgm:spPr/>
      <dgm:t>
        <a:bodyPr/>
        <a:lstStyle/>
        <a:p>
          <a:endParaRPr lang="en-US" sz="1800" b="1">
            <a:latin typeface="Calibri" pitchFamily="34" charset="0"/>
          </a:endParaRPr>
        </a:p>
      </dgm:t>
    </dgm:pt>
    <dgm:pt modelId="{B393B945-309E-40C1-9F84-0D2625FD0827}">
      <dgm:prSet custT="1"/>
      <dgm:spPr/>
      <dgm:t>
        <a:bodyPr/>
        <a:lstStyle/>
        <a:p>
          <a:pPr rtl="0"/>
          <a:r>
            <a:rPr lang="en-US" sz="1800" b="1" i="0" dirty="0">
              <a:latin typeface="Calibri" pitchFamily="34" charset="0"/>
            </a:rPr>
            <a:t>System often have multiple goals.</a:t>
          </a:r>
        </a:p>
      </dgm:t>
    </dgm:pt>
    <dgm:pt modelId="{019AA576-4839-45CA-B704-D5AF5C2360C9}" type="parTrans" cxnId="{0ED991FF-A568-4A07-B450-DAA58F493F5C}">
      <dgm:prSet/>
      <dgm:spPr/>
      <dgm:t>
        <a:bodyPr/>
        <a:lstStyle/>
        <a:p>
          <a:endParaRPr lang="en-US" sz="1800" b="1">
            <a:latin typeface="Calibri" pitchFamily="34" charset="0"/>
          </a:endParaRPr>
        </a:p>
      </dgm:t>
    </dgm:pt>
    <dgm:pt modelId="{B66BF60D-37A2-4D36-80E1-AFD572053306}" type="sibTrans" cxnId="{0ED991FF-A568-4A07-B450-DAA58F493F5C}">
      <dgm:prSet/>
      <dgm:spPr/>
      <dgm:t>
        <a:bodyPr/>
        <a:lstStyle/>
        <a:p>
          <a:endParaRPr lang="en-US" sz="1800" b="1">
            <a:latin typeface="Calibri" pitchFamily="34" charset="0"/>
          </a:endParaRPr>
        </a:p>
      </dgm:t>
    </dgm:pt>
    <dgm:pt modelId="{19194E09-FD69-465B-8BAE-13F206AD0F06}">
      <dgm:prSet custT="1"/>
      <dgm:spPr/>
      <dgm:t>
        <a:bodyPr/>
        <a:lstStyle/>
        <a:p>
          <a:r>
            <a:rPr lang="en-US" sz="1800" b="1" dirty="0">
              <a:latin typeface="Calibri" pitchFamily="34" charset="0"/>
            </a:rPr>
            <a:t>System often consists of subsystems</a:t>
          </a:r>
        </a:p>
      </dgm:t>
    </dgm:pt>
    <dgm:pt modelId="{BFF6176F-75D2-46AC-8BF1-5968A93108D4}" type="parTrans" cxnId="{90210450-47BF-4DF8-91D7-D904A8E4CDF0}">
      <dgm:prSet/>
      <dgm:spPr/>
      <dgm:t>
        <a:bodyPr/>
        <a:lstStyle/>
        <a:p>
          <a:endParaRPr lang="en-US" sz="1800" b="1">
            <a:latin typeface="Calibri" pitchFamily="34" charset="0"/>
          </a:endParaRPr>
        </a:p>
      </dgm:t>
    </dgm:pt>
    <dgm:pt modelId="{A8F360E1-99CB-4AC1-B8F3-F39FDBDD1E46}" type="sibTrans" cxnId="{90210450-47BF-4DF8-91D7-D904A8E4CDF0}">
      <dgm:prSet/>
      <dgm:spPr/>
      <dgm:t>
        <a:bodyPr/>
        <a:lstStyle/>
        <a:p>
          <a:endParaRPr lang="en-US" sz="1800" b="1">
            <a:latin typeface="Calibri" pitchFamily="34" charset="0"/>
          </a:endParaRPr>
        </a:p>
      </dgm:t>
    </dgm:pt>
    <dgm:pt modelId="{D68123D5-29E7-4101-9FE8-6B2756A88132}">
      <dgm:prSet custT="1"/>
      <dgm:spPr/>
      <dgm:t>
        <a:bodyPr/>
        <a:lstStyle/>
        <a:p>
          <a:r>
            <a:rPr lang="en-US" sz="1800" b="1" dirty="0">
              <a:latin typeface="Calibri" pitchFamily="34" charset="0"/>
            </a:rPr>
            <a:t>Subsystems send and receive data from each other	</a:t>
          </a:r>
        </a:p>
      </dgm:t>
    </dgm:pt>
    <dgm:pt modelId="{F623E83D-A6B3-4CB6-B9B0-A2C069D7A84C}" type="parTrans" cxnId="{D26D4338-C6AF-4177-801B-CB9A0301E29C}">
      <dgm:prSet/>
      <dgm:spPr/>
      <dgm:t>
        <a:bodyPr/>
        <a:lstStyle/>
        <a:p>
          <a:endParaRPr lang="en-US" sz="1800" b="1">
            <a:latin typeface="Calibri" pitchFamily="34" charset="0"/>
          </a:endParaRPr>
        </a:p>
      </dgm:t>
    </dgm:pt>
    <dgm:pt modelId="{9DC5F1D1-4A03-47FC-BA2F-2C4728209720}" type="sibTrans" cxnId="{D26D4338-C6AF-4177-801B-CB9A0301E29C}">
      <dgm:prSet/>
      <dgm:spPr/>
      <dgm:t>
        <a:bodyPr/>
        <a:lstStyle/>
        <a:p>
          <a:endParaRPr lang="en-US" sz="1800" b="1">
            <a:latin typeface="Calibri" pitchFamily="34" charset="0"/>
          </a:endParaRPr>
        </a:p>
      </dgm:t>
    </dgm:pt>
    <dgm:pt modelId="{8C7FBFA9-97D2-48D2-9F8C-A3971FE78116}">
      <dgm:prSet custT="1"/>
      <dgm:spPr/>
      <dgm:t>
        <a:bodyPr/>
        <a:lstStyle/>
        <a:p>
          <a:r>
            <a:rPr lang="en-US" sz="1800" b="1" dirty="0">
              <a:latin typeface="Calibri" pitchFamily="34" charset="0"/>
            </a:rPr>
            <a:t>Subsystems may be open or closed</a:t>
          </a:r>
        </a:p>
      </dgm:t>
    </dgm:pt>
    <dgm:pt modelId="{797E71AF-E5DB-4AAF-91B4-9D59BB5E098B}" type="parTrans" cxnId="{15076086-DB4A-4A9D-863F-F6AACA5A483B}">
      <dgm:prSet/>
      <dgm:spPr/>
      <dgm:t>
        <a:bodyPr/>
        <a:lstStyle/>
        <a:p>
          <a:endParaRPr lang="en-US" sz="1800" b="1">
            <a:latin typeface="Calibri" pitchFamily="34" charset="0"/>
          </a:endParaRPr>
        </a:p>
      </dgm:t>
    </dgm:pt>
    <dgm:pt modelId="{2699915A-3D47-43C4-A739-AAF4B9AD1486}" type="sibTrans" cxnId="{15076086-DB4A-4A9D-863F-F6AACA5A483B}">
      <dgm:prSet/>
      <dgm:spPr/>
      <dgm:t>
        <a:bodyPr/>
        <a:lstStyle/>
        <a:p>
          <a:endParaRPr lang="en-US" sz="1800" b="1">
            <a:latin typeface="Calibri" pitchFamily="34" charset="0"/>
          </a:endParaRPr>
        </a:p>
      </dgm:t>
    </dgm:pt>
    <dgm:pt modelId="{32D13DD7-67F4-470D-A0EF-0005F9818843}">
      <dgm:prSet custT="1"/>
      <dgm:spPr/>
      <dgm:t>
        <a:bodyPr/>
        <a:lstStyle/>
        <a:p>
          <a:r>
            <a:rPr lang="en-US" sz="1800" b="1" dirty="0">
              <a:latin typeface="Calibri" pitchFamily="34" charset="0"/>
            </a:rPr>
            <a:t>A System always exists and functions within an environment.</a:t>
          </a:r>
        </a:p>
      </dgm:t>
    </dgm:pt>
    <dgm:pt modelId="{DDCD9438-A5F0-4856-961B-28E6E6447E4E}" type="parTrans" cxnId="{0B4B7407-52CB-4DB8-8B77-C9064B385EA3}">
      <dgm:prSet/>
      <dgm:spPr/>
      <dgm:t>
        <a:bodyPr/>
        <a:lstStyle/>
        <a:p>
          <a:endParaRPr lang="en-US" sz="1800" b="1">
            <a:latin typeface="Calibri" pitchFamily="34" charset="0"/>
          </a:endParaRPr>
        </a:p>
      </dgm:t>
    </dgm:pt>
    <dgm:pt modelId="{9C53244F-EE44-4D5C-BD5D-0D119687A3A2}" type="sibTrans" cxnId="{0B4B7407-52CB-4DB8-8B77-C9064B385EA3}">
      <dgm:prSet/>
      <dgm:spPr/>
      <dgm:t>
        <a:bodyPr/>
        <a:lstStyle/>
        <a:p>
          <a:endParaRPr lang="en-US" sz="1800" b="1">
            <a:latin typeface="Calibri" pitchFamily="34" charset="0"/>
          </a:endParaRPr>
        </a:p>
      </dgm:t>
    </dgm:pt>
    <dgm:pt modelId="{89B421A4-AF7C-40B5-B4AC-2B6688C791D0}" type="pres">
      <dgm:prSet presAssocID="{071138BD-AB71-423E-905F-7DC006B7960E}" presName="linear" presStyleCnt="0">
        <dgm:presLayoutVars>
          <dgm:animLvl val="lvl"/>
          <dgm:resizeHandles val="exact"/>
        </dgm:presLayoutVars>
      </dgm:prSet>
      <dgm:spPr/>
    </dgm:pt>
    <dgm:pt modelId="{EE1B860D-A910-445A-93E7-66535B9805A7}" type="pres">
      <dgm:prSet presAssocID="{BC17BF36-41FE-4E45-9D1D-0C1BE4613655}" presName="parentText" presStyleLbl="node1" presStyleIdx="0" presStyleCnt="6">
        <dgm:presLayoutVars>
          <dgm:chMax val="0"/>
          <dgm:bulletEnabled val="1"/>
        </dgm:presLayoutVars>
      </dgm:prSet>
      <dgm:spPr/>
    </dgm:pt>
    <dgm:pt modelId="{511D77ED-FCD6-48D4-BB25-3F42D137B0F9}" type="pres">
      <dgm:prSet presAssocID="{A48831C0-0962-4A06-B6FD-1A17C2C66970}" presName="spacer" presStyleCnt="0"/>
      <dgm:spPr/>
    </dgm:pt>
    <dgm:pt modelId="{994A3F8A-8F29-425E-A1F7-B76319E66D75}" type="pres">
      <dgm:prSet presAssocID="{B393B945-309E-40C1-9F84-0D2625FD0827}" presName="parentText" presStyleLbl="node1" presStyleIdx="1" presStyleCnt="6">
        <dgm:presLayoutVars>
          <dgm:chMax val="0"/>
          <dgm:bulletEnabled val="1"/>
        </dgm:presLayoutVars>
      </dgm:prSet>
      <dgm:spPr/>
    </dgm:pt>
    <dgm:pt modelId="{89D28A66-4805-4568-9B21-5EDCF20D9530}" type="pres">
      <dgm:prSet presAssocID="{B66BF60D-37A2-4D36-80E1-AFD572053306}" presName="spacer" presStyleCnt="0"/>
      <dgm:spPr/>
    </dgm:pt>
    <dgm:pt modelId="{C8B3A0E1-46E0-4E20-9944-4802137864BA}" type="pres">
      <dgm:prSet presAssocID="{19194E09-FD69-465B-8BAE-13F206AD0F06}" presName="parentText" presStyleLbl="node1" presStyleIdx="2" presStyleCnt="6">
        <dgm:presLayoutVars>
          <dgm:chMax val="0"/>
          <dgm:bulletEnabled val="1"/>
        </dgm:presLayoutVars>
      </dgm:prSet>
      <dgm:spPr/>
    </dgm:pt>
    <dgm:pt modelId="{C9F34D00-45B3-42A7-9F01-57CF6728781B}" type="pres">
      <dgm:prSet presAssocID="{A8F360E1-99CB-4AC1-B8F3-F39FDBDD1E46}" presName="spacer" presStyleCnt="0"/>
      <dgm:spPr/>
    </dgm:pt>
    <dgm:pt modelId="{757375A9-8F85-4CAE-8E59-9485740E3D96}" type="pres">
      <dgm:prSet presAssocID="{D68123D5-29E7-4101-9FE8-6B2756A88132}" presName="parentText" presStyleLbl="node1" presStyleIdx="3" presStyleCnt="6" custLinFactNeighborX="1000" custLinFactNeighborY="2107">
        <dgm:presLayoutVars>
          <dgm:chMax val="0"/>
          <dgm:bulletEnabled val="1"/>
        </dgm:presLayoutVars>
      </dgm:prSet>
      <dgm:spPr/>
    </dgm:pt>
    <dgm:pt modelId="{5873C6C7-F0EB-48DD-A9F5-7DFAAF669880}" type="pres">
      <dgm:prSet presAssocID="{9DC5F1D1-4A03-47FC-BA2F-2C4728209720}" presName="spacer" presStyleCnt="0"/>
      <dgm:spPr/>
    </dgm:pt>
    <dgm:pt modelId="{09E01037-9D20-4335-8B5F-79BAF97F857A}" type="pres">
      <dgm:prSet presAssocID="{8C7FBFA9-97D2-48D2-9F8C-A3971FE78116}" presName="parentText" presStyleLbl="node1" presStyleIdx="4" presStyleCnt="6">
        <dgm:presLayoutVars>
          <dgm:chMax val="0"/>
          <dgm:bulletEnabled val="1"/>
        </dgm:presLayoutVars>
      </dgm:prSet>
      <dgm:spPr/>
    </dgm:pt>
    <dgm:pt modelId="{ED42268B-A74E-4C2C-9B14-15E134C73C2D}" type="pres">
      <dgm:prSet presAssocID="{2699915A-3D47-43C4-A739-AAF4B9AD1486}" presName="spacer" presStyleCnt="0"/>
      <dgm:spPr/>
    </dgm:pt>
    <dgm:pt modelId="{51496F96-97A6-45FF-B18C-1FE4B4E2501A}" type="pres">
      <dgm:prSet presAssocID="{32D13DD7-67F4-470D-A0EF-0005F9818843}" presName="parentText" presStyleLbl="node1" presStyleIdx="5" presStyleCnt="6">
        <dgm:presLayoutVars>
          <dgm:chMax val="0"/>
          <dgm:bulletEnabled val="1"/>
        </dgm:presLayoutVars>
      </dgm:prSet>
      <dgm:spPr/>
    </dgm:pt>
  </dgm:ptLst>
  <dgm:cxnLst>
    <dgm:cxn modelId="{0B4B7407-52CB-4DB8-8B77-C9064B385EA3}" srcId="{071138BD-AB71-423E-905F-7DC006B7960E}" destId="{32D13DD7-67F4-470D-A0EF-0005F9818843}" srcOrd="5" destOrd="0" parTransId="{DDCD9438-A5F0-4856-961B-28E6E6447E4E}" sibTransId="{9C53244F-EE44-4D5C-BD5D-0D119687A3A2}"/>
    <dgm:cxn modelId="{03E79F08-D765-4F44-9169-54D77A588D39}" type="presOf" srcId="{32D13DD7-67F4-470D-A0EF-0005F9818843}" destId="{51496F96-97A6-45FF-B18C-1FE4B4E2501A}" srcOrd="0" destOrd="0" presId="urn:microsoft.com/office/officeart/2005/8/layout/vList2"/>
    <dgm:cxn modelId="{D26D4338-C6AF-4177-801B-CB9A0301E29C}" srcId="{071138BD-AB71-423E-905F-7DC006B7960E}" destId="{D68123D5-29E7-4101-9FE8-6B2756A88132}" srcOrd="3" destOrd="0" parTransId="{F623E83D-A6B3-4CB6-B9B0-A2C069D7A84C}" sibTransId="{9DC5F1D1-4A03-47FC-BA2F-2C4728209720}"/>
    <dgm:cxn modelId="{90210450-47BF-4DF8-91D7-D904A8E4CDF0}" srcId="{071138BD-AB71-423E-905F-7DC006B7960E}" destId="{19194E09-FD69-465B-8BAE-13F206AD0F06}" srcOrd="2" destOrd="0" parTransId="{BFF6176F-75D2-46AC-8BF1-5968A93108D4}" sibTransId="{A8F360E1-99CB-4AC1-B8F3-F39FDBDD1E46}"/>
    <dgm:cxn modelId="{F97E6F50-FDE8-4DF8-80EC-E86CBAF31E9E}" type="presOf" srcId="{19194E09-FD69-465B-8BAE-13F206AD0F06}" destId="{C8B3A0E1-46E0-4E20-9944-4802137864BA}" srcOrd="0" destOrd="0" presId="urn:microsoft.com/office/officeart/2005/8/layout/vList2"/>
    <dgm:cxn modelId="{81C7D07F-9AB3-4187-9053-15580A901C33}" srcId="{071138BD-AB71-423E-905F-7DC006B7960E}" destId="{BC17BF36-41FE-4E45-9D1D-0C1BE4613655}" srcOrd="0" destOrd="0" parTransId="{373F2072-F93C-4025-8C3C-10E0974841BD}" sibTransId="{A48831C0-0962-4A06-B6FD-1A17C2C66970}"/>
    <dgm:cxn modelId="{15076086-DB4A-4A9D-863F-F6AACA5A483B}" srcId="{071138BD-AB71-423E-905F-7DC006B7960E}" destId="{8C7FBFA9-97D2-48D2-9F8C-A3971FE78116}" srcOrd="4" destOrd="0" parTransId="{797E71AF-E5DB-4AAF-91B4-9D59BB5E098B}" sibTransId="{2699915A-3D47-43C4-A739-AAF4B9AD1486}"/>
    <dgm:cxn modelId="{827D3FAE-3757-4EED-AFAA-9180E224214A}" type="presOf" srcId="{B393B945-309E-40C1-9F84-0D2625FD0827}" destId="{994A3F8A-8F29-425E-A1F7-B76319E66D75}" srcOrd="0" destOrd="0" presId="urn:microsoft.com/office/officeart/2005/8/layout/vList2"/>
    <dgm:cxn modelId="{77867FB8-0BFB-415F-8944-AEB753B58710}" type="presOf" srcId="{BC17BF36-41FE-4E45-9D1D-0C1BE4613655}" destId="{EE1B860D-A910-445A-93E7-66535B9805A7}" srcOrd="0" destOrd="0" presId="urn:microsoft.com/office/officeart/2005/8/layout/vList2"/>
    <dgm:cxn modelId="{F35875BD-1F0A-41CC-9470-E5DFAB45879D}" type="presOf" srcId="{8C7FBFA9-97D2-48D2-9F8C-A3971FE78116}" destId="{09E01037-9D20-4335-8B5F-79BAF97F857A}" srcOrd="0" destOrd="0" presId="urn:microsoft.com/office/officeart/2005/8/layout/vList2"/>
    <dgm:cxn modelId="{95A46FDD-B545-4F6E-B3B3-F6E6938758D9}" type="presOf" srcId="{D68123D5-29E7-4101-9FE8-6B2756A88132}" destId="{757375A9-8F85-4CAE-8E59-9485740E3D96}" srcOrd="0" destOrd="0" presId="urn:microsoft.com/office/officeart/2005/8/layout/vList2"/>
    <dgm:cxn modelId="{DD6AA7E3-215B-48DE-AB9F-29ABBA8AE1D8}" type="presOf" srcId="{071138BD-AB71-423E-905F-7DC006B7960E}" destId="{89B421A4-AF7C-40B5-B4AC-2B6688C791D0}" srcOrd="0" destOrd="0" presId="urn:microsoft.com/office/officeart/2005/8/layout/vList2"/>
    <dgm:cxn modelId="{0ED991FF-A568-4A07-B450-DAA58F493F5C}" srcId="{071138BD-AB71-423E-905F-7DC006B7960E}" destId="{B393B945-309E-40C1-9F84-0D2625FD0827}" srcOrd="1" destOrd="0" parTransId="{019AA576-4839-45CA-B704-D5AF5C2360C9}" sibTransId="{B66BF60D-37A2-4D36-80E1-AFD572053306}"/>
    <dgm:cxn modelId="{916B3ED0-C2C3-4A38-9116-AFF7B525F071}" type="presParOf" srcId="{89B421A4-AF7C-40B5-B4AC-2B6688C791D0}" destId="{EE1B860D-A910-445A-93E7-66535B9805A7}" srcOrd="0" destOrd="0" presId="urn:microsoft.com/office/officeart/2005/8/layout/vList2"/>
    <dgm:cxn modelId="{30049F67-944A-49AA-BCA7-E92CC7E60708}" type="presParOf" srcId="{89B421A4-AF7C-40B5-B4AC-2B6688C791D0}" destId="{511D77ED-FCD6-48D4-BB25-3F42D137B0F9}" srcOrd="1" destOrd="0" presId="urn:microsoft.com/office/officeart/2005/8/layout/vList2"/>
    <dgm:cxn modelId="{86AAAD5A-514A-4358-BBF8-70EC17927975}" type="presParOf" srcId="{89B421A4-AF7C-40B5-B4AC-2B6688C791D0}" destId="{994A3F8A-8F29-425E-A1F7-B76319E66D75}" srcOrd="2" destOrd="0" presId="urn:microsoft.com/office/officeart/2005/8/layout/vList2"/>
    <dgm:cxn modelId="{6F9028E4-2E57-4118-8BA3-FB41BAF0D58B}" type="presParOf" srcId="{89B421A4-AF7C-40B5-B4AC-2B6688C791D0}" destId="{89D28A66-4805-4568-9B21-5EDCF20D9530}" srcOrd="3" destOrd="0" presId="urn:microsoft.com/office/officeart/2005/8/layout/vList2"/>
    <dgm:cxn modelId="{C6834CAC-88AC-4C87-813D-C7BF30730626}" type="presParOf" srcId="{89B421A4-AF7C-40B5-B4AC-2B6688C791D0}" destId="{C8B3A0E1-46E0-4E20-9944-4802137864BA}" srcOrd="4" destOrd="0" presId="urn:microsoft.com/office/officeart/2005/8/layout/vList2"/>
    <dgm:cxn modelId="{1319671A-47B2-443A-A478-F7E00BA2A809}" type="presParOf" srcId="{89B421A4-AF7C-40B5-B4AC-2B6688C791D0}" destId="{C9F34D00-45B3-42A7-9F01-57CF6728781B}" srcOrd="5" destOrd="0" presId="urn:microsoft.com/office/officeart/2005/8/layout/vList2"/>
    <dgm:cxn modelId="{159A17A3-6214-47D8-872D-ED916124D949}" type="presParOf" srcId="{89B421A4-AF7C-40B5-B4AC-2B6688C791D0}" destId="{757375A9-8F85-4CAE-8E59-9485740E3D96}" srcOrd="6" destOrd="0" presId="urn:microsoft.com/office/officeart/2005/8/layout/vList2"/>
    <dgm:cxn modelId="{F7F2A6E4-A34F-49D4-A586-1EC179F41886}" type="presParOf" srcId="{89B421A4-AF7C-40B5-B4AC-2B6688C791D0}" destId="{5873C6C7-F0EB-48DD-A9F5-7DFAAF669880}" srcOrd="7" destOrd="0" presId="urn:microsoft.com/office/officeart/2005/8/layout/vList2"/>
    <dgm:cxn modelId="{B7B84887-18E1-467B-B6CC-3A18E039A12E}" type="presParOf" srcId="{89B421A4-AF7C-40B5-B4AC-2B6688C791D0}" destId="{09E01037-9D20-4335-8B5F-79BAF97F857A}" srcOrd="8" destOrd="0" presId="urn:microsoft.com/office/officeart/2005/8/layout/vList2"/>
    <dgm:cxn modelId="{C3B01025-C928-4737-A230-CA1C73C63AD1}" type="presParOf" srcId="{89B421A4-AF7C-40B5-B4AC-2B6688C791D0}" destId="{ED42268B-A74E-4C2C-9B14-15E134C73C2D}" srcOrd="9" destOrd="0" presId="urn:microsoft.com/office/officeart/2005/8/layout/vList2"/>
    <dgm:cxn modelId="{A70C454B-ADC2-4BE1-A3BA-36CF67FEF7E3}" type="presParOf" srcId="{89B421A4-AF7C-40B5-B4AC-2B6688C791D0}" destId="{51496F96-97A6-45FF-B18C-1FE4B4E2501A}"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63EF81-AC6D-4F85-BFFC-41D99B7C23C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7EABA9C-DD1C-46C2-B4E6-7F1E3928D99C}">
      <dgm:prSet/>
      <dgm:spPr/>
      <dgm:t>
        <a:bodyPr/>
        <a:lstStyle/>
        <a:p>
          <a:pPr rtl="0"/>
          <a:r>
            <a:rPr lang="en-US" b="0" i="0" dirty="0"/>
            <a:t>Input</a:t>
          </a:r>
          <a:endParaRPr lang="en-US" dirty="0"/>
        </a:p>
      </dgm:t>
    </dgm:pt>
    <dgm:pt modelId="{04079722-AF66-4262-959A-1544A094F2BC}" type="parTrans" cxnId="{252ACD42-BA5D-4BF5-A84A-6FC7135D89A3}">
      <dgm:prSet/>
      <dgm:spPr/>
      <dgm:t>
        <a:bodyPr/>
        <a:lstStyle/>
        <a:p>
          <a:endParaRPr lang="en-US"/>
        </a:p>
      </dgm:t>
    </dgm:pt>
    <dgm:pt modelId="{249CB36C-F1C6-4541-88AA-24669984F16E}" type="sibTrans" cxnId="{252ACD42-BA5D-4BF5-A84A-6FC7135D89A3}">
      <dgm:prSet/>
      <dgm:spPr/>
      <dgm:t>
        <a:bodyPr/>
        <a:lstStyle/>
        <a:p>
          <a:endParaRPr lang="en-US"/>
        </a:p>
      </dgm:t>
    </dgm:pt>
    <dgm:pt modelId="{F37869FE-23F2-401D-9120-4B10E227E29B}">
      <dgm:prSet/>
      <dgm:spPr/>
      <dgm:t>
        <a:bodyPr/>
        <a:lstStyle/>
        <a:p>
          <a:pPr rtl="0"/>
          <a:r>
            <a:rPr lang="en-US" b="0" i="0" dirty="0"/>
            <a:t>Inputs  of a system are data, elements or raw materials that are to be transformed. </a:t>
          </a:r>
          <a:endParaRPr lang="en-US" dirty="0"/>
        </a:p>
      </dgm:t>
    </dgm:pt>
    <dgm:pt modelId="{9C7BE95C-3E83-46CF-8964-3688CC1ADAA9}" type="parTrans" cxnId="{94617D48-24AD-45BF-B7DA-167AFDF3F323}">
      <dgm:prSet/>
      <dgm:spPr/>
      <dgm:t>
        <a:bodyPr/>
        <a:lstStyle/>
        <a:p>
          <a:endParaRPr lang="en-US"/>
        </a:p>
      </dgm:t>
    </dgm:pt>
    <dgm:pt modelId="{675907D8-974B-4D4E-B943-2538FFCF9C89}" type="sibTrans" cxnId="{94617D48-24AD-45BF-B7DA-167AFDF3F323}">
      <dgm:prSet/>
      <dgm:spPr/>
      <dgm:t>
        <a:bodyPr/>
        <a:lstStyle/>
        <a:p>
          <a:endParaRPr lang="en-US"/>
        </a:p>
      </dgm:t>
    </dgm:pt>
    <dgm:pt modelId="{8B774615-CCBB-4D5E-824C-4DDFD52F616E}">
      <dgm:prSet/>
      <dgm:spPr/>
      <dgm:t>
        <a:bodyPr/>
        <a:lstStyle/>
        <a:p>
          <a:pPr rtl="0"/>
          <a:r>
            <a:rPr lang="en-US" b="0" i="0" dirty="0"/>
            <a:t>Process</a:t>
          </a:r>
          <a:endParaRPr lang="en-US" dirty="0"/>
        </a:p>
      </dgm:t>
    </dgm:pt>
    <dgm:pt modelId="{25DDAA4D-1AA9-40BB-AF3F-0A85C3DBC884}" type="parTrans" cxnId="{526CFE0F-0ABD-48A5-9F38-98528264DB9C}">
      <dgm:prSet/>
      <dgm:spPr/>
      <dgm:t>
        <a:bodyPr/>
        <a:lstStyle/>
        <a:p>
          <a:endParaRPr lang="en-US"/>
        </a:p>
      </dgm:t>
    </dgm:pt>
    <dgm:pt modelId="{2797BED4-8829-4A3A-9E22-444CCEE8D588}" type="sibTrans" cxnId="{526CFE0F-0ABD-48A5-9F38-98528264DB9C}">
      <dgm:prSet/>
      <dgm:spPr/>
      <dgm:t>
        <a:bodyPr/>
        <a:lstStyle/>
        <a:p>
          <a:endParaRPr lang="en-US"/>
        </a:p>
      </dgm:t>
    </dgm:pt>
    <dgm:pt modelId="{89EF8140-BFAE-4CCE-9A78-A14E4BC5A41A}">
      <dgm:prSet/>
      <dgm:spPr/>
      <dgm:t>
        <a:bodyPr/>
        <a:lstStyle/>
        <a:p>
          <a:pPr rtl="0"/>
          <a:r>
            <a:rPr lang="en-US" b="0" i="0" dirty="0"/>
            <a:t>System transforms input into output i.e. changing the state of input is known as process. It is also called as transformation.</a:t>
          </a:r>
          <a:endParaRPr lang="en-US" dirty="0"/>
        </a:p>
      </dgm:t>
    </dgm:pt>
    <dgm:pt modelId="{85F155F4-B6C5-402D-960C-0F5C1BD76E9D}" type="parTrans" cxnId="{B0D20F5F-1826-4006-8F7E-D40710E247A6}">
      <dgm:prSet/>
      <dgm:spPr/>
      <dgm:t>
        <a:bodyPr/>
        <a:lstStyle/>
        <a:p>
          <a:endParaRPr lang="en-US"/>
        </a:p>
      </dgm:t>
    </dgm:pt>
    <dgm:pt modelId="{987AE61A-167D-4CA9-A2CD-BE83820692E3}" type="sibTrans" cxnId="{B0D20F5F-1826-4006-8F7E-D40710E247A6}">
      <dgm:prSet/>
      <dgm:spPr/>
      <dgm:t>
        <a:bodyPr/>
        <a:lstStyle/>
        <a:p>
          <a:endParaRPr lang="en-US"/>
        </a:p>
      </dgm:t>
    </dgm:pt>
    <dgm:pt modelId="{BEFD069C-906E-4053-9310-B77F146FBCB2}">
      <dgm:prSet/>
      <dgm:spPr/>
      <dgm:t>
        <a:bodyPr/>
        <a:lstStyle/>
        <a:p>
          <a:pPr rtl="0"/>
          <a:r>
            <a:rPr lang="en-US" b="0" i="0" dirty="0"/>
            <a:t>Output</a:t>
          </a:r>
          <a:endParaRPr lang="en-US" dirty="0"/>
        </a:p>
      </dgm:t>
    </dgm:pt>
    <dgm:pt modelId="{59197E68-AA7B-4EEC-B00E-57B1D9C161E5}" type="parTrans" cxnId="{1C5FF47F-ED2C-4417-B76D-DF8E9B5A188F}">
      <dgm:prSet/>
      <dgm:spPr/>
      <dgm:t>
        <a:bodyPr/>
        <a:lstStyle/>
        <a:p>
          <a:endParaRPr lang="en-US"/>
        </a:p>
      </dgm:t>
    </dgm:pt>
    <dgm:pt modelId="{182F8DBA-63E8-455B-B549-08A4DCA9604B}" type="sibTrans" cxnId="{1C5FF47F-ED2C-4417-B76D-DF8E9B5A188F}">
      <dgm:prSet/>
      <dgm:spPr/>
      <dgm:t>
        <a:bodyPr/>
        <a:lstStyle/>
        <a:p>
          <a:endParaRPr lang="en-US"/>
        </a:p>
      </dgm:t>
    </dgm:pt>
    <dgm:pt modelId="{A38C6898-1B5D-439E-8860-4DC2BCD89671}">
      <dgm:prSet/>
      <dgm:spPr/>
      <dgm:t>
        <a:bodyPr/>
        <a:lstStyle/>
        <a:p>
          <a:pPr rtl="0"/>
          <a:r>
            <a:rPr lang="en-US" b="0" i="0" dirty="0"/>
            <a:t>A system transforms input into output. It is the final product of the system. A system communicates with its environment in terms of inputs to and outputs from the system.</a:t>
          </a:r>
          <a:endParaRPr lang="en-US" dirty="0"/>
        </a:p>
      </dgm:t>
    </dgm:pt>
    <dgm:pt modelId="{365B1900-4D5F-4F2E-8C6A-F440D98473F2}" type="parTrans" cxnId="{0954F7FD-F40D-40D7-9BA0-4849A9AD13AB}">
      <dgm:prSet/>
      <dgm:spPr/>
      <dgm:t>
        <a:bodyPr/>
        <a:lstStyle/>
        <a:p>
          <a:endParaRPr lang="en-US"/>
        </a:p>
      </dgm:t>
    </dgm:pt>
    <dgm:pt modelId="{9247228E-350C-4D5C-9D0B-483158A9F2DA}" type="sibTrans" cxnId="{0954F7FD-F40D-40D7-9BA0-4849A9AD13AB}">
      <dgm:prSet/>
      <dgm:spPr/>
      <dgm:t>
        <a:bodyPr/>
        <a:lstStyle/>
        <a:p>
          <a:endParaRPr lang="en-US"/>
        </a:p>
      </dgm:t>
    </dgm:pt>
    <dgm:pt modelId="{CAE59EBA-7AEF-4F2B-AE40-1E8B1BB67AC2}">
      <dgm:prSet/>
      <dgm:spPr/>
      <dgm:t>
        <a:bodyPr/>
        <a:lstStyle/>
        <a:p>
          <a:pPr rtl="0"/>
          <a:endParaRPr lang="en-US" b="0" i="0" dirty="0"/>
        </a:p>
      </dgm:t>
    </dgm:pt>
    <dgm:pt modelId="{90EF1A79-F3D5-4FC0-A59F-D7575BB1C429}" type="parTrans" cxnId="{36AC7003-9F04-4824-BBCD-943327E7A759}">
      <dgm:prSet/>
      <dgm:spPr/>
      <dgm:t>
        <a:bodyPr/>
        <a:lstStyle/>
        <a:p>
          <a:endParaRPr lang="en-US"/>
        </a:p>
      </dgm:t>
    </dgm:pt>
    <dgm:pt modelId="{4977A65F-02AD-45EF-BE4B-626FCB2120E0}" type="sibTrans" cxnId="{36AC7003-9F04-4824-BBCD-943327E7A759}">
      <dgm:prSet/>
      <dgm:spPr/>
      <dgm:t>
        <a:bodyPr/>
        <a:lstStyle/>
        <a:p>
          <a:endParaRPr lang="en-US"/>
        </a:p>
      </dgm:t>
    </dgm:pt>
    <dgm:pt modelId="{185F7578-0A1D-4883-9CD9-30563FC6EC64}" type="pres">
      <dgm:prSet presAssocID="{8E63EF81-AC6D-4F85-BFFC-41D99B7C23C5}" presName="linear" presStyleCnt="0">
        <dgm:presLayoutVars>
          <dgm:animLvl val="lvl"/>
          <dgm:resizeHandles val="exact"/>
        </dgm:presLayoutVars>
      </dgm:prSet>
      <dgm:spPr/>
    </dgm:pt>
    <dgm:pt modelId="{87192F32-6E6D-437C-994F-19980BABB40B}" type="pres">
      <dgm:prSet presAssocID="{87EABA9C-DD1C-46C2-B4E6-7F1E3928D99C}" presName="parentText" presStyleLbl="node1" presStyleIdx="0" presStyleCnt="3">
        <dgm:presLayoutVars>
          <dgm:chMax val="0"/>
          <dgm:bulletEnabled val="1"/>
        </dgm:presLayoutVars>
      </dgm:prSet>
      <dgm:spPr/>
    </dgm:pt>
    <dgm:pt modelId="{6ED7101F-5EBE-4069-919C-324987CB2EDA}" type="pres">
      <dgm:prSet presAssocID="{87EABA9C-DD1C-46C2-B4E6-7F1E3928D99C}" presName="childText" presStyleLbl="revTx" presStyleIdx="0" presStyleCnt="3">
        <dgm:presLayoutVars>
          <dgm:bulletEnabled val="1"/>
        </dgm:presLayoutVars>
      </dgm:prSet>
      <dgm:spPr/>
    </dgm:pt>
    <dgm:pt modelId="{DD389B16-7722-471A-B93B-CFA48FB4E2FA}" type="pres">
      <dgm:prSet presAssocID="{8B774615-CCBB-4D5E-824C-4DDFD52F616E}" presName="parentText" presStyleLbl="node1" presStyleIdx="1" presStyleCnt="3">
        <dgm:presLayoutVars>
          <dgm:chMax val="0"/>
          <dgm:bulletEnabled val="1"/>
        </dgm:presLayoutVars>
      </dgm:prSet>
      <dgm:spPr/>
    </dgm:pt>
    <dgm:pt modelId="{A5BD234D-1952-4F23-B879-2189F1E32FD0}" type="pres">
      <dgm:prSet presAssocID="{8B774615-CCBB-4D5E-824C-4DDFD52F616E}" presName="childText" presStyleLbl="revTx" presStyleIdx="1" presStyleCnt="3">
        <dgm:presLayoutVars>
          <dgm:bulletEnabled val="1"/>
        </dgm:presLayoutVars>
      </dgm:prSet>
      <dgm:spPr/>
    </dgm:pt>
    <dgm:pt modelId="{154437BF-D078-4C26-A7A4-3B210DBA404C}" type="pres">
      <dgm:prSet presAssocID="{BEFD069C-906E-4053-9310-B77F146FBCB2}" presName="parentText" presStyleLbl="node1" presStyleIdx="2" presStyleCnt="3">
        <dgm:presLayoutVars>
          <dgm:chMax val="0"/>
          <dgm:bulletEnabled val="1"/>
        </dgm:presLayoutVars>
      </dgm:prSet>
      <dgm:spPr/>
    </dgm:pt>
    <dgm:pt modelId="{FA05A8C8-76BB-47D5-8D1A-3A922DF0E5AE}" type="pres">
      <dgm:prSet presAssocID="{BEFD069C-906E-4053-9310-B77F146FBCB2}" presName="childText" presStyleLbl="revTx" presStyleIdx="2" presStyleCnt="3">
        <dgm:presLayoutVars>
          <dgm:bulletEnabled val="1"/>
        </dgm:presLayoutVars>
      </dgm:prSet>
      <dgm:spPr/>
    </dgm:pt>
  </dgm:ptLst>
  <dgm:cxnLst>
    <dgm:cxn modelId="{36AC7003-9F04-4824-BBCD-943327E7A759}" srcId="{BEFD069C-906E-4053-9310-B77F146FBCB2}" destId="{CAE59EBA-7AEF-4F2B-AE40-1E8B1BB67AC2}" srcOrd="1" destOrd="0" parTransId="{90EF1A79-F3D5-4FC0-A59F-D7575BB1C429}" sibTransId="{4977A65F-02AD-45EF-BE4B-626FCB2120E0}"/>
    <dgm:cxn modelId="{526CFE0F-0ABD-48A5-9F38-98528264DB9C}" srcId="{8E63EF81-AC6D-4F85-BFFC-41D99B7C23C5}" destId="{8B774615-CCBB-4D5E-824C-4DDFD52F616E}" srcOrd="1" destOrd="0" parTransId="{25DDAA4D-1AA9-40BB-AF3F-0A85C3DBC884}" sibTransId="{2797BED4-8829-4A3A-9E22-444CCEE8D588}"/>
    <dgm:cxn modelId="{3237D820-5498-4ED4-AA95-0FDCBCEA5648}" type="presOf" srcId="{F37869FE-23F2-401D-9120-4B10E227E29B}" destId="{6ED7101F-5EBE-4069-919C-324987CB2EDA}" srcOrd="0" destOrd="0" presId="urn:microsoft.com/office/officeart/2005/8/layout/vList2"/>
    <dgm:cxn modelId="{F10F9B35-3B48-45DD-B275-A3C85FF88B7D}" type="presOf" srcId="{BEFD069C-906E-4053-9310-B77F146FBCB2}" destId="{154437BF-D078-4C26-A7A4-3B210DBA404C}" srcOrd="0" destOrd="0" presId="urn:microsoft.com/office/officeart/2005/8/layout/vList2"/>
    <dgm:cxn modelId="{B0D20F5F-1826-4006-8F7E-D40710E247A6}" srcId="{8B774615-CCBB-4D5E-824C-4DDFD52F616E}" destId="{89EF8140-BFAE-4CCE-9A78-A14E4BC5A41A}" srcOrd="0" destOrd="0" parTransId="{85F155F4-B6C5-402D-960C-0F5C1BD76E9D}" sibTransId="{987AE61A-167D-4CA9-A2CD-BE83820692E3}"/>
    <dgm:cxn modelId="{80326D41-978C-4925-9C2C-3287402A8C7D}" type="presOf" srcId="{8E63EF81-AC6D-4F85-BFFC-41D99B7C23C5}" destId="{185F7578-0A1D-4883-9CD9-30563FC6EC64}" srcOrd="0" destOrd="0" presId="urn:microsoft.com/office/officeart/2005/8/layout/vList2"/>
    <dgm:cxn modelId="{252ACD42-BA5D-4BF5-A84A-6FC7135D89A3}" srcId="{8E63EF81-AC6D-4F85-BFFC-41D99B7C23C5}" destId="{87EABA9C-DD1C-46C2-B4E6-7F1E3928D99C}" srcOrd="0" destOrd="0" parTransId="{04079722-AF66-4262-959A-1544A094F2BC}" sibTransId="{249CB36C-F1C6-4541-88AA-24669984F16E}"/>
    <dgm:cxn modelId="{94617D48-24AD-45BF-B7DA-167AFDF3F323}" srcId="{87EABA9C-DD1C-46C2-B4E6-7F1E3928D99C}" destId="{F37869FE-23F2-401D-9120-4B10E227E29B}" srcOrd="0" destOrd="0" parTransId="{9C7BE95C-3E83-46CF-8964-3688CC1ADAA9}" sibTransId="{675907D8-974B-4D4E-B943-2538FFCF9C89}"/>
    <dgm:cxn modelId="{1C5FF47F-ED2C-4417-B76D-DF8E9B5A188F}" srcId="{8E63EF81-AC6D-4F85-BFFC-41D99B7C23C5}" destId="{BEFD069C-906E-4053-9310-B77F146FBCB2}" srcOrd="2" destOrd="0" parTransId="{59197E68-AA7B-4EEC-B00E-57B1D9C161E5}" sibTransId="{182F8DBA-63E8-455B-B549-08A4DCA9604B}"/>
    <dgm:cxn modelId="{C95ED59A-2C42-442B-BA42-26C5D898C325}" type="presOf" srcId="{8B774615-CCBB-4D5E-824C-4DDFD52F616E}" destId="{DD389B16-7722-471A-B93B-CFA48FB4E2FA}" srcOrd="0" destOrd="0" presId="urn:microsoft.com/office/officeart/2005/8/layout/vList2"/>
    <dgm:cxn modelId="{E7D0D0B5-C248-4B31-B56E-947492A146B2}" type="presOf" srcId="{A38C6898-1B5D-439E-8860-4DC2BCD89671}" destId="{FA05A8C8-76BB-47D5-8D1A-3A922DF0E5AE}" srcOrd="0" destOrd="0" presId="urn:microsoft.com/office/officeart/2005/8/layout/vList2"/>
    <dgm:cxn modelId="{2B0D62D1-4B4A-4A4F-B604-5BE3EA7CD844}" type="presOf" srcId="{CAE59EBA-7AEF-4F2B-AE40-1E8B1BB67AC2}" destId="{FA05A8C8-76BB-47D5-8D1A-3A922DF0E5AE}" srcOrd="0" destOrd="1" presId="urn:microsoft.com/office/officeart/2005/8/layout/vList2"/>
    <dgm:cxn modelId="{083A9ED3-E089-4403-95F5-B979A6A72B99}" type="presOf" srcId="{89EF8140-BFAE-4CCE-9A78-A14E4BC5A41A}" destId="{A5BD234D-1952-4F23-B879-2189F1E32FD0}" srcOrd="0" destOrd="0" presId="urn:microsoft.com/office/officeart/2005/8/layout/vList2"/>
    <dgm:cxn modelId="{21AF39FB-1302-4AE9-AB2D-495DDEE26454}" type="presOf" srcId="{87EABA9C-DD1C-46C2-B4E6-7F1E3928D99C}" destId="{87192F32-6E6D-437C-994F-19980BABB40B}" srcOrd="0" destOrd="0" presId="urn:microsoft.com/office/officeart/2005/8/layout/vList2"/>
    <dgm:cxn modelId="{0954F7FD-F40D-40D7-9BA0-4849A9AD13AB}" srcId="{BEFD069C-906E-4053-9310-B77F146FBCB2}" destId="{A38C6898-1B5D-439E-8860-4DC2BCD89671}" srcOrd="0" destOrd="0" parTransId="{365B1900-4D5F-4F2E-8C6A-F440D98473F2}" sibTransId="{9247228E-350C-4D5C-9D0B-483158A9F2DA}"/>
    <dgm:cxn modelId="{DF078465-4F56-467B-B88B-9C19C82FB574}" type="presParOf" srcId="{185F7578-0A1D-4883-9CD9-30563FC6EC64}" destId="{87192F32-6E6D-437C-994F-19980BABB40B}" srcOrd="0" destOrd="0" presId="urn:microsoft.com/office/officeart/2005/8/layout/vList2"/>
    <dgm:cxn modelId="{59DD4D9B-D294-4336-B3F8-57DDCBFCDA96}" type="presParOf" srcId="{185F7578-0A1D-4883-9CD9-30563FC6EC64}" destId="{6ED7101F-5EBE-4069-919C-324987CB2EDA}" srcOrd="1" destOrd="0" presId="urn:microsoft.com/office/officeart/2005/8/layout/vList2"/>
    <dgm:cxn modelId="{93065DB1-E113-4285-8757-86826751BADD}" type="presParOf" srcId="{185F7578-0A1D-4883-9CD9-30563FC6EC64}" destId="{DD389B16-7722-471A-B93B-CFA48FB4E2FA}" srcOrd="2" destOrd="0" presId="urn:microsoft.com/office/officeart/2005/8/layout/vList2"/>
    <dgm:cxn modelId="{D1AA2B2C-2CB8-4383-B3D3-45F36AF2A49A}" type="presParOf" srcId="{185F7578-0A1D-4883-9CD9-30563FC6EC64}" destId="{A5BD234D-1952-4F23-B879-2189F1E32FD0}" srcOrd="3" destOrd="0" presId="urn:microsoft.com/office/officeart/2005/8/layout/vList2"/>
    <dgm:cxn modelId="{F8B57C56-0CF1-4CF9-9429-FAA404C6541A}" type="presParOf" srcId="{185F7578-0A1D-4883-9CD9-30563FC6EC64}" destId="{154437BF-D078-4C26-A7A4-3B210DBA404C}" srcOrd="4" destOrd="0" presId="urn:microsoft.com/office/officeart/2005/8/layout/vList2"/>
    <dgm:cxn modelId="{68D04996-9A01-4992-9F0B-42216532F27E}" type="presParOf" srcId="{185F7578-0A1D-4883-9CD9-30563FC6EC64}" destId="{FA05A8C8-76BB-47D5-8D1A-3A922DF0E5AE}"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0E1A60-9FB3-4BD1-B3D2-9277E36C974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E1330A7-470C-46D0-B515-25655A79689A}">
      <dgm:prSet custT="1"/>
      <dgm:spPr/>
      <dgm:t>
        <a:bodyPr/>
        <a:lstStyle/>
        <a:p>
          <a:pPr rtl="0"/>
          <a:r>
            <a:rPr lang="en-US" sz="1600" b="0" i="0" dirty="0"/>
            <a:t>An open system operate in external environment and exchange information with environment.</a:t>
          </a:r>
          <a:endParaRPr lang="en-US" sz="1600" dirty="0"/>
        </a:p>
      </dgm:t>
    </dgm:pt>
    <dgm:pt modelId="{21270485-B06B-44CA-80CD-2106EAF7BA66}" type="parTrans" cxnId="{85DBB919-58EA-416B-A7FB-F57F7735F591}">
      <dgm:prSet/>
      <dgm:spPr/>
      <dgm:t>
        <a:bodyPr/>
        <a:lstStyle/>
        <a:p>
          <a:endParaRPr lang="en-US" sz="1600"/>
        </a:p>
      </dgm:t>
    </dgm:pt>
    <dgm:pt modelId="{1E9520DF-B9AF-437B-BD8A-2769336449CD}" type="sibTrans" cxnId="{85DBB919-58EA-416B-A7FB-F57F7735F591}">
      <dgm:prSet/>
      <dgm:spPr/>
      <dgm:t>
        <a:bodyPr/>
        <a:lstStyle/>
        <a:p>
          <a:endParaRPr lang="en-US" sz="1600"/>
        </a:p>
      </dgm:t>
    </dgm:pt>
    <dgm:pt modelId="{68061088-EB02-4A22-B825-E3E8F4CD745F}">
      <dgm:prSet custT="1"/>
      <dgm:spPr/>
      <dgm:t>
        <a:bodyPr/>
        <a:lstStyle/>
        <a:p>
          <a:pPr rtl="0"/>
          <a:r>
            <a:rPr lang="en-US" sz="1600" b="0" i="0" dirty="0"/>
            <a:t>Not self sufficient</a:t>
          </a:r>
          <a:endParaRPr lang="en-US" sz="1600" dirty="0"/>
        </a:p>
      </dgm:t>
    </dgm:pt>
    <dgm:pt modelId="{3F74382C-819C-4817-9332-D812482DA59A}" type="parTrans" cxnId="{2D9849D7-CE7E-44D7-BDA8-A8A82753FD30}">
      <dgm:prSet/>
      <dgm:spPr/>
      <dgm:t>
        <a:bodyPr/>
        <a:lstStyle/>
        <a:p>
          <a:endParaRPr lang="en-US" sz="1600"/>
        </a:p>
      </dgm:t>
    </dgm:pt>
    <dgm:pt modelId="{C8228B2C-32CF-438E-B65C-265217ED0D7B}" type="sibTrans" cxnId="{2D9849D7-CE7E-44D7-BDA8-A8A82753FD30}">
      <dgm:prSet/>
      <dgm:spPr/>
      <dgm:t>
        <a:bodyPr/>
        <a:lstStyle/>
        <a:p>
          <a:endParaRPr lang="en-US" sz="1600"/>
        </a:p>
      </dgm:t>
    </dgm:pt>
    <dgm:pt modelId="{10FBFE72-A4C1-48BB-85BF-FDE1EA46DB87}">
      <dgm:prSet custT="1"/>
      <dgm:spPr/>
      <dgm:t>
        <a:bodyPr/>
        <a:lstStyle/>
        <a:p>
          <a:pPr rtl="0"/>
          <a:r>
            <a:rPr lang="en-US" sz="1600" b="0" i="0" dirty="0"/>
            <a:t>Exchanges information to exist environment i.e. output does not determine</a:t>
          </a:r>
        </a:p>
      </dgm:t>
    </dgm:pt>
    <dgm:pt modelId="{41EABDA0-4156-41FA-B126-86F33C13F2CA}" type="parTrans" cxnId="{B55EAE34-8FC0-499A-9C64-06BF7E765245}">
      <dgm:prSet/>
      <dgm:spPr/>
      <dgm:t>
        <a:bodyPr/>
        <a:lstStyle/>
        <a:p>
          <a:endParaRPr lang="en-US" sz="1600"/>
        </a:p>
      </dgm:t>
    </dgm:pt>
    <dgm:pt modelId="{71D49C6F-5B06-4B66-81B6-FE915802467A}" type="sibTrans" cxnId="{B55EAE34-8FC0-499A-9C64-06BF7E765245}">
      <dgm:prSet/>
      <dgm:spPr/>
      <dgm:t>
        <a:bodyPr/>
        <a:lstStyle/>
        <a:p>
          <a:endParaRPr lang="en-US" sz="1600"/>
        </a:p>
      </dgm:t>
    </dgm:pt>
    <dgm:pt modelId="{A9CD9243-C7A8-4DBA-9795-5BCBB054280B}" type="pres">
      <dgm:prSet presAssocID="{8D0E1A60-9FB3-4BD1-B3D2-9277E36C9740}" presName="linear" presStyleCnt="0">
        <dgm:presLayoutVars>
          <dgm:animLvl val="lvl"/>
          <dgm:resizeHandles val="exact"/>
        </dgm:presLayoutVars>
      </dgm:prSet>
      <dgm:spPr/>
    </dgm:pt>
    <dgm:pt modelId="{D544D63B-4E8C-4573-82AD-0A4B6D7D7DE7}" type="pres">
      <dgm:prSet presAssocID="{CE1330A7-470C-46D0-B515-25655A79689A}" presName="parentText" presStyleLbl="node1" presStyleIdx="0" presStyleCnt="3" custScaleY="76389" custLinFactY="2017" custLinFactNeighborY="100000">
        <dgm:presLayoutVars>
          <dgm:chMax val="0"/>
          <dgm:bulletEnabled val="1"/>
        </dgm:presLayoutVars>
      </dgm:prSet>
      <dgm:spPr/>
    </dgm:pt>
    <dgm:pt modelId="{F7FC358A-ACEC-4014-8883-CE56735FC2A8}" type="pres">
      <dgm:prSet presAssocID="{1E9520DF-B9AF-437B-BD8A-2769336449CD}" presName="spacer" presStyleCnt="0"/>
      <dgm:spPr/>
    </dgm:pt>
    <dgm:pt modelId="{FB90CC7C-9651-436C-A490-3CAE84CD7DE9}" type="pres">
      <dgm:prSet presAssocID="{68061088-EB02-4A22-B825-E3E8F4CD745F}" presName="parentText" presStyleLbl="node1" presStyleIdx="1" presStyleCnt="3" custScaleY="56701" custLinFactNeighborY="70677">
        <dgm:presLayoutVars>
          <dgm:chMax val="0"/>
          <dgm:bulletEnabled val="1"/>
        </dgm:presLayoutVars>
      </dgm:prSet>
      <dgm:spPr/>
    </dgm:pt>
    <dgm:pt modelId="{B92615BA-8B99-46D2-9764-97B92C98F407}" type="pres">
      <dgm:prSet presAssocID="{C8228B2C-32CF-438E-B65C-265217ED0D7B}" presName="spacer" presStyleCnt="0"/>
      <dgm:spPr/>
    </dgm:pt>
    <dgm:pt modelId="{3563F76F-DC92-4137-8AAC-A253209A1F40}" type="pres">
      <dgm:prSet presAssocID="{10FBFE72-A4C1-48BB-85BF-FDE1EA46DB87}" presName="parentText" presStyleLbl="node1" presStyleIdx="2" presStyleCnt="3" custScaleY="71449">
        <dgm:presLayoutVars>
          <dgm:chMax val="0"/>
          <dgm:bulletEnabled val="1"/>
        </dgm:presLayoutVars>
      </dgm:prSet>
      <dgm:spPr/>
    </dgm:pt>
  </dgm:ptLst>
  <dgm:cxnLst>
    <dgm:cxn modelId="{85DBB919-58EA-416B-A7FB-F57F7735F591}" srcId="{8D0E1A60-9FB3-4BD1-B3D2-9277E36C9740}" destId="{CE1330A7-470C-46D0-B515-25655A79689A}" srcOrd="0" destOrd="0" parTransId="{21270485-B06B-44CA-80CD-2106EAF7BA66}" sibTransId="{1E9520DF-B9AF-437B-BD8A-2769336449CD}"/>
    <dgm:cxn modelId="{B55EAE34-8FC0-499A-9C64-06BF7E765245}" srcId="{8D0E1A60-9FB3-4BD1-B3D2-9277E36C9740}" destId="{10FBFE72-A4C1-48BB-85BF-FDE1EA46DB87}" srcOrd="2" destOrd="0" parTransId="{41EABDA0-4156-41FA-B126-86F33C13F2CA}" sibTransId="{71D49C6F-5B06-4B66-81B6-FE915802467A}"/>
    <dgm:cxn modelId="{4FE92271-1D60-4DFD-B9C1-17B54FC280A6}" type="presOf" srcId="{8D0E1A60-9FB3-4BD1-B3D2-9277E36C9740}" destId="{A9CD9243-C7A8-4DBA-9795-5BCBB054280B}" srcOrd="0" destOrd="0" presId="urn:microsoft.com/office/officeart/2005/8/layout/vList2"/>
    <dgm:cxn modelId="{2F16BB51-4A8E-4427-AFBF-DBBD1112D900}" type="presOf" srcId="{10FBFE72-A4C1-48BB-85BF-FDE1EA46DB87}" destId="{3563F76F-DC92-4137-8AAC-A253209A1F40}" srcOrd="0" destOrd="0" presId="urn:microsoft.com/office/officeart/2005/8/layout/vList2"/>
    <dgm:cxn modelId="{DC70E6A2-3D1B-4075-918C-BF373B9A0467}" type="presOf" srcId="{68061088-EB02-4A22-B825-E3E8F4CD745F}" destId="{FB90CC7C-9651-436C-A490-3CAE84CD7DE9}" srcOrd="0" destOrd="0" presId="urn:microsoft.com/office/officeart/2005/8/layout/vList2"/>
    <dgm:cxn modelId="{278C1CD6-4E7D-4BB5-89F0-B1C8A426AA94}" type="presOf" srcId="{CE1330A7-470C-46D0-B515-25655A79689A}" destId="{D544D63B-4E8C-4573-82AD-0A4B6D7D7DE7}" srcOrd="0" destOrd="0" presId="urn:microsoft.com/office/officeart/2005/8/layout/vList2"/>
    <dgm:cxn modelId="{2D9849D7-CE7E-44D7-BDA8-A8A82753FD30}" srcId="{8D0E1A60-9FB3-4BD1-B3D2-9277E36C9740}" destId="{68061088-EB02-4A22-B825-E3E8F4CD745F}" srcOrd="1" destOrd="0" parTransId="{3F74382C-819C-4817-9332-D812482DA59A}" sibTransId="{C8228B2C-32CF-438E-B65C-265217ED0D7B}"/>
    <dgm:cxn modelId="{E88F782C-CF42-41F2-9C02-6A743884E615}" type="presParOf" srcId="{A9CD9243-C7A8-4DBA-9795-5BCBB054280B}" destId="{D544D63B-4E8C-4573-82AD-0A4B6D7D7DE7}" srcOrd="0" destOrd="0" presId="urn:microsoft.com/office/officeart/2005/8/layout/vList2"/>
    <dgm:cxn modelId="{CEC61C81-CA84-45F0-A4BF-2B8BA9C0D2C8}" type="presParOf" srcId="{A9CD9243-C7A8-4DBA-9795-5BCBB054280B}" destId="{F7FC358A-ACEC-4014-8883-CE56735FC2A8}" srcOrd="1" destOrd="0" presId="urn:microsoft.com/office/officeart/2005/8/layout/vList2"/>
    <dgm:cxn modelId="{C8004465-CA67-48F3-8E6E-EF7FC1775729}" type="presParOf" srcId="{A9CD9243-C7A8-4DBA-9795-5BCBB054280B}" destId="{FB90CC7C-9651-436C-A490-3CAE84CD7DE9}" srcOrd="2" destOrd="0" presId="urn:microsoft.com/office/officeart/2005/8/layout/vList2"/>
    <dgm:cxn modelId="{71A67EDE-7C72-45AA-80AB-05FCDE2599F8}" type="presParOf" srcId="{A9CD9243-C7A8-4DBA-9795-5BCBB054280B}" destId="{B92615BA-8B99-46D2-9764-97B92C98F407}" srcOrd="3" destOrd="0" presId="urn:microsoft.com/office/officeart/2005/8/layout/vList2"/>
    <dgm:cxn modelId="{F17E3CD1-6DB8-4448-86F1-4B73734A1108}" type="presParOf" srcId="{A9CD9243-C7A8-4DBA-9795-5BCBB054280B}" destId="{3563F76F-DC92-4137-8AAC-A253209A1F4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618AB9-EB93-4E4F-90BE-C4BC54A718C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5E47346-08A8-4997-8632-3603D847296B}">
      <dgm:prSet custT="1"/>
      <dgm:spPr/>
      <dgm:t>
        <a:bodyPr/>
        <a:lstStyle/>
        <a:p>
          <a:pPr rtl="0"/>
          <a:r>
            <a:rPr lang="en-US" sz="1600" b="0" i="0" dirty="0"/>
            <a:t>Close system does not exchanges information with its environment</a:t>
          </a:r>
          <a:endParaRPr lang="en-US" sz="1600" dirty="0"/>
        </a:p>
      </dgm:t>
    </dgm:pt>
    <dgm:pt modelId="{8D63125F-D6ED-410E-9BE0-16015CBAD945}" type="parTrans" cxnId="{9CC72821-A772-4811-83FA-431BE554B5F3}">
      <dgm:prSet/>
      <dgm:spPr/>
      <dgm:t>
        <a:bodyPr/>
        <a:lstStyle/>
        <a:p>
          <a:endParaRPr lang="en-US" sz="1600"/>
        </a:p>
      </dgm:t>
    </dgm:pt>
    <dgm:pt modelId="{8E1A8782-3350-491A-B08E-8831D5504EBD}" type="sibTrans" cxnId="{9CC72821-A772-4811-83FA-431BE554B5F3}">
      <dgm:prSet/>
      <dgm:spPr/>
      <dgm:t>
        <a:bodyPr/>
        <a:lstStyle/>
        <a:p>
          <a:endParaRPr lang="en-US" sz="1600"/>
        </a:p>
      </dgm:t>
    </dgm:pt>
    <dgm:pt modelId="{76091CA1-564C-48A1-8D9D-F6360E006B26}">
      <dgm:prSet custT="1"/>
      <dgm:spPr/>
      <dgm:t>
        <a:bodyPr/>
        <a:lstStyle/>
        <a:p>
          <a:pPr rtl="0"/>
          <a:r>
            <a:rPr lang="en-US" sz="1600" b="0" i="0" dirty="0"/>
            <a:t>Self contained</a:t>
          </a:r>
          <a:endParaRPr lang="en-US" sz="1600" dirty="0"/>
        </a:p>
      </dgm:t>
    </dgm:pt>
    <dgm:pt modelId="{A3B9CF58-587A-460B-B187-BE869C4E0500}" type="parTrans" cxnId="{13E861F7-0450-45D5-8AE3-8DBEDBFCE6F4}">
      <dgm:prSet/>
      <dgm:spPr/>
      <dgm:t>
        <a:bodyPr/>
        <a:lstStyle/>
        <a:p>
          <a:endParaRPr lang="en-US" sz="1600"/>
        </a:p>
      </dgm:t>
    </dgm:pt>
    <dgm:pt modelId="{F2660524-5771-4E09-97F5-10137F4FAE63}" type="sibTrans" cxnId="{13E861F7-0450-45D5-8AE3-8DBEDBFCE6F4}">
      <dgm:prSet/>
      <dgm:spPr/>
      <dgm:t>
        <a:bodyPr/>
        <a:lstStyle/>
        <a:p>
          <a:endParaRPr lang="en-US" sz="1600"/>
        </a:p>
      </dgm:t>
    </dgm:pt>
    <dgm:pt modelId="{8B7B6A10-26DA-47A4-BF8D-5FB623D26B6B}">
      <dgm:prSet custT="1"/>
      <dgm:spPr/>
      <dgm:t>
        <a:bodyPr/>
        <a:lstStyle/>
        <a:p>
          <a:pPr rtl="0"/>
          <a:r>
            <a:rPr lang="en-US" sz="1600" b="0" i="0" dirty="0"/>
            <a:t>Output may deteriorate</a:t>
          </a:r>
        </a:p>
      </dgm:t>
    </dgm:pt>
    <dgm:pt modelId="{16DB5E81-ADAA-41F1-A549-386B37F24765}" type="parTrans" cxnId="{B38B6571-6E25-4F4D-9231-15E0027407D1}">
      <dgm:prSet/>
      <dgm:spPr/>
      <dgm:t>
        <a:bodyPr/>
        <a:lstStyle/>
        <a:p>
          <a:endParaRPr lang="en-US" sz="1600"/>
        </a:p>
      </dgm:t>
    </dgm:pt>
    <dgm:pt modelId="{5ADD551F-9171-4464-B5B5-4AFEFE6B4273}" type="sibTrans" cxnId="{B38B6571-6E25-4F4D-9231-15E0027407D1}">
      <dgm:prSet/>
      <dgm:spPr/>
      <dgm:t>
        <a:bodyPr/>
        <a:lstStyle/>
        <a:p>
          <a:endParaRPr lang="en-US" sz="1600"/>
        </a:p>
      </dgm:t>
    </dgm:pt>
    <dgm:pt modelId="{23C068C1-B564-4402-9689-0412B2D30327}" type="pres">
      <dgm:prSet presAssocID="{59618AB9-EB93-4E4F-90BE-C4BC54A718C6}" presName="linear" presStyleCnt="0">
        <dgm:presLayoutVars>
          <dgm:animLvl val="lvl"/>
          <dgm:resizeHandles val="exact"/>
        </dgm:presLayoutVars>
      </dgm:prSet>
      <dgm:spPr/>
    </dgm:pt>
    <dgm:pt modelId="{1A4A8468-10BD-4FEA-BFC0-7D6E6D9BE50E}" type="pres">
      <dgm:prSet presAssocID="{45E47346-08A8-4997-8632-3603D847296B}" presName="parentText" presStyleLbl="node1" presStyleIdx="0" presStyleCnt="3" custScaleY="86696" custLinFactY="1946" custLinFactNeighborY="100000">
        <dgm:presLayoutVars>
          <dgm:chMax val="0"/>
          <dgm:bulletEnabled val="1"/>
        </dgm:presLayoutVars>
      </dgm:prSet>
      <dgm:spPr/>
    </dgm:pt>
    <dgm:pt modelId="{ECBABF87-6DD9-45E2-BB18-0A5323DD99B7}" type="pres">
      <dgm:prSet presAssocID="{8E1A8782-3350-491A-B08E-8831D5504EBD}" presName="spacer" presStyleCnt="0"/>
      <dgm:spPr/>
    </dgm:pt>
    <dgm:pt modelId="{AB5F20FD-ADA0-4336-AA5E-996A5C76359E}" type="pres">
      <dgm:prSet presAssocID="{76091CA1-564C-48A1-8D9D-F6360E006B26}" presName="parentText" presStyleLbl="node1" presStyleIdx="1" presStyleCnt="3" custScaleY="63818" custLinFactNeighborY="54013">
        <dgm:presLayoutVars>
          <dgm:chMax val="0"/>
          <dgm:bulletEnabled val="1"/>
        </dgm:presLayoutVars>
      </dgm:prSet>
      <dgm:spPr/>
    </dgm:pt>
    <dgm:pt modelId="{5977C69B-BCA9-44E7-BBCD-DDB4C151E7E3}" type="pres">
      <dgm:prSet presAssocID="{F2660524-5771-4E09-97F5-10137F4FAE63}" presName="spacer" presStyleCnt="0"/>
      <dgm:spPr/>
    </dgm:pt>
    <dgm:pt modelId="{175C57A7-B690-417E-BD4C-871C3CF1E2BE}" type="pres">
      <dgm:prSet presAssocID="{8B7B6A10-26DA-47A4-BF8D-5FB623D26B6B}" presName="parentText" presStyleLbl="node1" presStyleIdx="2" presStyleCnt="3" custScaleY="83413">
        <dgm:presLayoutVars>
          <dgm:chMax val="0"/>
          <dgm:bulletEnabled val="1"/>
        </dgm:presLayoutVars>
      </dgm:prSet>
      <dgm:spPr/>
    </dgm:pt>
  </dgm:ptLst>
  <dgm:cxnLst>
    <dgm:cxn modelId="{1D83631C-1A05-4444-A239-12ABD621304F}" type="presOf" srcId="{76091CA1-564C-48A1-8D9D-F6360E006B26}" destId="{AB5F20FD-ADA0-4336-AA5E-996A5C76359E}" srcOrd="0" destOrd="0" presId="urn:microsoft.com/office/officeart/2005/8/layout/vList2"/>
    <dgm:cxn modelId="{9CC72821-A772-4811-83FA-431BE554B5F3}" srcId="{59618AB9-EB93-4E4F-90BE-C4BC54A718C6}" destId="{45E47346-08A8-4997-8632-3603D847296B}" srcOrd="0" destOrd="0" parTransId="{8D63125F-D6ED-410E-9BE0-16015CBAD945}" sibTransId="{8E1A8782-3350-491A-B08E-8831D5504EBD}"/>
    <dgm:cxn modelId="{B38B6571-6E25-4F4D-9231-15E0027407D1}" srcId="{59618AB9-EB93-4E4F-90BE-C4BC54A718C6}" destId="{8B7B6A10-26DA-47A4-BF8D-5FB623D26B6B}" srcOrd="2" destOrd="0" parTransId="{16DB5E81-ADAA-41F1-A549-386B37F24765}" sibTransId="{5ADD551F-9171-4464-B5B5-4AFEFE6B4273}"/>
    <dgm:cxn modelId="{B8E4367F-AD3D-4934-ADA5-9D6ACDEBA8EE}" type="presOf" srcId="{45E47346-08A8-4997-8632-3603D847296B}" destId="{1A4A8468-10BD-4FEA-BFC0-7D6E6D9BE50E}" srcOrd="0" destOrd="0" presId="urn:microsoft.com/office/officeart/2005/8/layout/vList2"/>
    <dgm:cxn modelId="{972DCA9F-453D-487D-9FF8-023E78954C3E}" type="presOf" srcId="{8B7B6A10-26DA-47A4-BF8D-5FB623D26B6B}" destId="{175C57A7-B690-417E-BD4C-871C3CF1E2BE}" srcOrd="0" destOrd="0" presId="urn:microsoft.com/office/officeart/2005/8/layout/vList2"/>
    <dgm:cxn modelId="{805A90B2-DA8E-4A33-94A3-72DEB18E4C4D}" type="presOf" srcId="{59618AB9-EB93-4E4F-90BE-C4BC54A718C6}" destId="{23C068C1-B564-4402-9689-0412B2D30327}" srcOrd="0" destOrd="0" presId="urn:microsoft.com/office/officeart/2005/8/layout/vList2"/>
    <dgm:cxn modelId="{13E861F7-0450-45D5-8AE3-8DBEDBFCE6F4}" srcId="{59618AB9-EB93-4E4F-90BE-C4BC54A718C6}" destId="{76091CA1-564C-48A1-8D9D-F6360E006B26}" srcOrd="1" destOrd="0" parTransId="{A3B9CF58-587A-460B-B187-BE869C4E0500}" sibTransId="{F2660524-5771-4E09-97F5-10137F4FAE63}"/>
    <dgm:cxn modelId="{75849D15-40A5-4160-8441-1F141ED05279}" type="presParOf" srcId="{23C068C1-B564-4402-9689-0412B2D30327}" destId="{1A4A8468-10BD-4FEA-BFC0-7D6E6D9BE50E}" srcOrd="0" destOrd="0" presId="urn:microsoft.com/office/officeart/2005/8/layout/vList2"/>
    <dgm:cxn modelId="{BD7CDC62-1E5B-444E-A8AC-CD53A45DFB41}" type="presParOf" srcId="{23C068C1-B564-4402-9689-0412B2D30327}" destId="{ECBABF87-6DD9-45E2-BB18-0A5323DD99B7}" srcOrd="1" destOrd="0" presId="urn:microsoft.com/office/officeart/2005/8/layout/vList2"/>
    <dgm:cxn modelId="{7C4854CA-F26A-4F02-91CF-4BD5A4A35587}" type="presParOf" srcId="{23C068C1-B564-4402-9689-0412B2D30327}" destId="{AB5F20FD-ADA0-4336-AA5E-996A5C76359E}" srcOrd="2" destOrd="0" presId="urn:microsoft.com/office/officeart/2005/8/layout/vList2"/>
    <dgm:cxn modelId="{B4B34F93-2BD4-437B-AF22-A03BA63FC921}" type="presParOf" srcId="{23C068C1-B564-4402-9689-0412B2D30327}" destId="{5977C69B-BCA9-44E7-BBCD-DDB4C151E7E3}" srcOrd="3" destOrd="0" presId="urn:microsoft.com/office/officeart/2005/8/layout/vList2"/>
    <dgm:cxn modelId="{EC5A80EA-14D3-4C71-96EA-FEE0779CB174}" type="presParOf" srcId="{23C068C1-B564-4402-9689-0412B2D30327}" destId="{175C57A7-B690-417E-BD4C-871C3CF1E2BE}"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176482F-9E8C-4279-B4E2-9C6C83A4F9D0}" type="doc">
      <dgm:prSet loTypeId="urn:microsoft.com/office/officeart/2005/8/layout/process4" loCatId="list" qsTypeId="urn:microsoft.com/office/officeart/2005/8/quickstyle/3d3" qsCatId="3D" csTypeId="urn:microsoft.com/office/officeart/2005/8/colors/accent1_2" csCatId="accent1" phldr="1"/>
      <dgm:spPr/>
      <dgm:t>
        <a:bodyPr/>
        <a:lstStyle/>
        <a:p>
          <a:endParaRPr lang="en-US"/>
        </a:p>
      </dgm:t>
    </dgm:pt>
    <dgm:pt modelId="{AF1E7A73-4AAD-429F-AD86-11D398BB23FF}">
      <dgm:prSet/>
      <dgm:spPr/>
      <dgm:t>
        <a:bodyPr/>
        <a:lstStyle/>
        <a:p>
          <a:pPr rtl="0"/>
          <a:r>
            <a:rPr lang="en-US" b="0" i="0" dirty="0"/>
            <a:t>An Information system has following components:</a:t>
          </a:r>
          <a:endParaRPr lang="en-US" dirty="0"/>
        </a:p>
      </dgm:t>
    </dgm:pt>
    <dgm:pt modelId="{FD7B1A70-A9EE-4BA8-A5C9-4D8A7BFD216D}" type="parTrans" cxnId="{46AD22B7-89EE-4BD1-AA17-A0932ED1710B}">
      <dgm:prSet/>
      <dgm:spPr/>
      <dgm:t>
        <a:bodyPr/>
        <a:lstStyle/>
        <a:p>
          <a:endParaRPr lang="en-US"/>
        </a:p>
      </dgm:t>
    </dgm:pt>
    <dgm:pt modelId="{07D59B10-C369-4EA8-A089-11CCCFBF86F5}" type="sibTrans" cxnId="{46AD22B7-89EE-4BD1-AA17-A0932ED1710B}">
      <dgm:prSet/>
      <dgm:spPr/>
      <dgm:t>
        <a:bodyPr/>
        <a:lstStyle/>
        <a:p>
          <a:endParaRPr lang="en-US"/>
        </a:p>
      </dgm:t>
    </dgm:pt>
    <dgm:pt modelId="{73164417-0226-495A-955E-714FF6304936}">
      <dgm:prSet/>
      <dgm:spPr/>
      <dgm:t>
        <a:bodyPr/>
        <a:lstStyle/>
        <a:p>
          <a:pPr rtl="0"/>
          <a:r>
            <a:rPr lang="en-US" b="0" i="0" dirty="0"/>
            <a:t>Hardware </a:t>
          </a:r>
          <a:endParaRPr lang="en-US" dirty="0"/>
        </a:p>
      </dgm:t>
    </dgm:pt>
    <dgm:pt modelId="{A8CBD7BB-BC1A-4A40-A54A-13B9C5CEB779}" type="parTrans" cxnId="{F143EEF8-B79E-46D2-A839-030D83C2322A}">
      <dgm:prSet/>
      <dgm:spPr/>
      <dgm:t>
        <a:bodyPr/>
        <a:lstStyle/>
        <a:p>
          <a:endParaRPr lang="en-US"/>
        </a:p>
      </dgm:t>
    </dgm:pt>
    <dgm:pt modelId="{1BC1712D-8CCB-49F4-8185-572B243AC1B5}" type="sibTrans" cxnId="{F143EEF8-B79E-46D2-A839-030D83C2322A}">
      <dgm:prSet/>
      <dgm:spPr/>
      <dgm:t>
        <a:bodyPr/>
        <a:lstStyle/>
        <a:p>
          <a:endParaRPr lang="en-US"/>
        </a:p>
      </dgm:t>
    </dgm:pt>
    <dgm:pt modelId="{B728AD6D-4EE5-4320-B26B-D2387D009395}">
      <dgm:prSet/>
      <dgm:spPr/>
      <dgm:t>
        <a:bodyPr/>
        <a:lstStyle/>
        <a:p>
          <a:pPr rtl="0"/>
          <a:r>
            <a:rPr lang="en-US" b="0" i="0" dirty="0"/>
            <a:t>Software</a:t>
          </a:r>
          <a:endParaRPr lang="en-US" dirty="0"/>
        </a:p>
      </dgm:t>
    </dgm:pt>
    <dgm:pt modelId="{0DB2767F-9DCE-40DB-B2CB-ACE74716ADE7}" type="parTrans" cxnId="{837AE5B6-3E02-4041-BA55-D07867C9CEF1}">
      <dgm:prSet/>
      <dgm:spPr/>
      <dgm:t>
        <a:bodyPr/>
        <a:lstStyle/>
        <a:p>
          <a:endParaRPr lang="en-US"/>
        </a:p>
      </dgm:t>
    </dgm:pt>
    <dgm:pt modelId="{FEE0752D-BA8C-4014-A7E6-2697B23EBD94}" type="sibTrans" cxnId="{837AE5B6-3E02-4041-BA55-D07867C9CEF1}">
      <dgm:prSet/>
      <dgm:spPr/>
      <dgm:t>
        <a:bodyPr/>
        <a:lstStyle/>
        <a:p>
          <a:endParaRPr lang="en-US"/>
        </a:p>
      </dgm:t>
    </dgm:pt>
    <dgm:pt modelId="{F910FD64-5740-4464-9B60-0D1C2D2FB7AC}">
      <dgm:prSet/>
      <dgm:spPr/>
      <dgm:t>
        <a:bodyPr/>
        <a:lstStyle/>
        <a:p>
          <a:pPr rtl="0"/>
          <a:r>
            <a:rPr lang="en-US" b="0" i="0" dirty="0"/>
            <a:t>Data</a:t>
          </a:r>
          <a:endParaRPr lang="en-US" dirty="0"/>
        </a:p>
      </dgm:t>
    </dgm:pt>
    <dgm:pt modelId="{456380B6-FCBC-4957-B442-05ED90083D62}" type="parTrans" cxnId="{F03AC110-01F4-49E8-816F-B35D7E50A629}">
      <dgm:prSet/>
      <dgm:spPr/>
      <dgm:t>
        <a:bodyPr/>
        <a:lstStyle/>
        <a:p>
          <a:endParaRPr lang="en-US"/>
        </a:p>
      </dgm:t>
    </dgm:pt>
    <dgm:pt modelId="{3121A17D-34A7-4C92-A1BF-4FD7DA9A5368}" type="sibTrans" cxnId="{F03AC110-01F4-49E8-816F-B35D7E50A629}">
      <dgm:prSet/>
      <dgm:spPr/>
      <dgm:t>
        <a:bodyPr/>
        <a:lstStyle/>
        <a:p>
          <a:endParaRPr lang="en-US"/>
        </a:p>
      </dgm:t>
    </dgm:pt>
    <dgm:pt modelId="{11DACA73-6C43-4E09-9672-7E11254ADBA8}">
      <dgm:prSet/>
      <dgm:spPr/>
      <dgm:t>
        <a:bodyPr/>
        <a:lstStyle/>
        <a:p>
          <a:pPr rtl="0"/>
          <a:r>
            <a:rPr lang="en-US" b="0" i="0" dirty="0"/>
            <a:t>Network</a:t>
          </a:r>
          <a:endParaRPr lang="en-US" dirty="0"/>
        </a:p>
      </dgm:t>
    </dgm:pt>
    <dgm:pt modelId="{598D01DA-A39A-4349-8B57-C1A98AAEEAC6}" type="parTrans" cxnId="{C2AB0159-0AEC-461E-8778-CDF53F374857}">
      <dgm:prSet/>
      <dgm:spPr/>
      <dgm:t>
        <a:bodyPr/>
        <a:lstStyle/>
        <a:p>
          <a:endParaRPr lang="en-US"/>
        </a:p>
      </dgm:t>
    </dgm:pt>
    <dgm:pt modelId="{8B75A68E-11BF-44BB-9511-2CF9D83ABA6B}" type="sibTrans" cxnId="{C2AB0159-0AEC-461E-8778-CDF53F374857}">
      <dgm:prSet/>
      <dgm:spPr/>
      <dgm:t>
        <a:bodyPr/>
        <a:lstStyle/>
        <a:p>
          <a:endParaRPr lang="en-US"/>
        </a:p>
      </dgm:t>
    </dgm:pt>
    <dgm:pt modelId="{557DC388-E9B0-461B-AB65-28AC9E9E1A2F}">
      <dgm:prSet/>
      <dgm:spPr/>
      <dgm:t>
        <a:bodyPr/>
        <a:lstStyle/>
        <a:p>
          <a:pPr rtl="0"/>
          <a:r>
            <a:rPr lang="en-US" b="0" i="0" dirty="0"/>
            <a:t>People</a:t>
          </a:r>
          <a:endParaRPr lang="en-US" dirty="0"/>
        </a:p>
      </dgm:t>
    </dgm:pt>
    <dgm:pt modelId="{B62FACC1-FFB3-449B-93CA-36E8ADB578D9}" type="parTrans" cxnId="{5F32B9E6-5045-4205-8E1A-EAC1BBD566BB}">
      <dgm:prSet/>
      <dgm:spPr/>
      <dgm:t>
        <a:bodyPr/>
        <a:lstStyle/>
        <a:p>
          <a:endParaRPr lang="en-US"/>
        </a:p>
      </dgm:t>
    </dgm:pt>
    <dgm:pt modelId="{F344EFDC-D46B-4F00-B463-FCF56FBF8CC1}" type="sibTrans" cxnId="{5F32B9E6-5045-4205-8E1A-EAC1BBD566BB}">
      <dgm:prSet/>
      <dgm:spPr/>
      <dgm:t>
        <a:bodyPr/>
        <a:lstStyle/>
        <a:p>
          <a:endParaRPr lang="en-US"/>
        </a:p>
      </dgm:t>
    </dgm:pt>
    <dgm:pt modelId="{CC5FF11B-76DB-4A81-BBE3-7A837FF55907}">
      <dgm:prSet/>
      <dgm:spPr/>
      <dgm:t>
        <a:bodyPr/>
        <a:lstStyle/>
        <a:p>
          <a:pPr rtl="0"/>
          <a:r>
            <a:rPr lang="en-US" b="0" i="0"/>
            <a:t>All five components are arranged and interrelated to perform input, process, output, feedback and control that converts data resources into information.</a:t>
          </a:r>
          <a:endParaRPr lang="en-US" dirty="0"/>
        </a:p>
      </dgm:t>
    </dgm:pt>
    <dgm:pt modelId="{0DF1168E-FCE4-41F4-A029-2EF676B5DF8D}" type="parTrans" cxnId="{5D163DC0-7796-4509-8E68-0085CEBD4D34}">
      <dgm:prSet/>
      <dgm:spPr/>
      <dgm:t>
        <a:bodyPr/>
        <a:lstStyle/>
        <a:p>
          <a:endParaRPr lang="en-US"/>
        </a:p>
      </dgm:t>
    </dgm:pt>
    <dgm:pt modelId="{03A1556F-145A-4AAE-9BF3-7C035BEDDD39}" type="sibTrans" cxnId="{5D163DC0-7796-4509-8E68-0085CEBD4D34}">
      <dgm:prSet/>
      <dgm:spPr/>
      <dgm:t>
        <a:bodyPr/>
        <a:lstStyle/>
        <a:p>
          <a:endParaRPr lang="en-US"/>
        </a:p>
      </dgm:t>
    </dgm:pt>
    <dgm:pt modelId="{7E02A410-D854-4570-8D45-D71CF9E13D21}" type="pres">
      <dgm:prSet presAssocID="{F176482F-9E8C-4279-B4E2-9C6C83A4F9D0}" presName="Name0" presStyleCnt="0">
        <dgm:presLayoutVars>
          <dgm:dir/>
          <dgm:animLvl val="lvl"/>
          <dgm:resizeHandles val="exact"/>
        </dgm:presLayoutVars>
      </dgm:prSet>
      <dgm:spPr/>
    </dgm:pt>
    <dgm:pt modelId="{6E48A6D1-560E-4B88-99EB-DF195FED854B}" type="pres">
      <dgm:prSet presAssocID="{CC5FF11B-76DB-4A81-BBE3-7A837FF55907}" presName="boxAndChildren" presStyleCnt="0"/>
      <dgm:spPr/>
    </dgm:pt>
    <dgm:pt modelId="{FAD73B59-AE70-4380-8DF0-6F6582B2E0DD}" type="pres">
      <dgm:prSet presAssocID="{CC5FF11B-76DB-4A81-BBE3-7A837FF55907}" presName="parentTextBox" presStyleLbl="node1" presStyleIdx="0" presStyleCnt="2"/>
      <dgm:spPr/>
    </dgm:pt>
    <dgm:pt modelId="{AEB92BF2-A5D0-45EC-B5F5-4C6F974554BB}" type="pres">
      <dgm:prSet presAssocID="{07D59B10-C369-4EA8-A089-11CCCFBF86F5}" presName="sp" presStyleCnt="0"/>
      <dgm:spPr/>
    </dgm:pt>
    <dgm:pt modelId="{C4B30870-2227-42A5-B818-9AA58857C976}" type="pres">
      <dgm:prSet presAssocID="{AF1E7A73-4AAD-429F-AD86-11D398BB23FF}" presName="arrowAndChildren" presStyleCnt="0"/>
      <dgm:spPr/>
    </dgm:pt>
    <dgm:pt modelId="{3CA5CCFC-CFEC-41D6-8620-68199E2B932F}" type="pres">
      <dgm:prSet presAssocID="{AF1E7A73-4AAD-429F-AD86-11D398BB23FF}" presName="parentTextArrow" presStyleLbl="node1" presStyleIdx="0" presStyleCnt="2"/>
      <dgm:spPr/>
    </dgm:pt>
    <dgm:pt modelId="{6F0C9998-7D0B-4446-8893-0376B91C9DD2}" type="pres">
      <dgm:prSet presAssocID="{AF1E7A73-4AAD-429F-AD86-11D398BB23FF}" presName="arrow" presStyleLbl="node1" presStyleIdx="1" presStyleCnt="2"/>
      <dgm:spPr/>
    </dgm:pt>
    <dgm:pt modelId="{C38B04FC-23FC-4C3D-9481-C7246050B176}" type="pres">
      <dgm:prSet presAssocID="{AF1E7A73-4AAD-429F-AD86-11D398BB23FF}" presName="descendantArrow" presStyleCnt="0"/>
      <dgm:spPr/>
    </dgm:pt>
    <dgm:pt modelId="{D6C01210-8E36-4A74-8079-14D5C5579977}" type="pres">
      <dgm:prSet presAssocID="{73164417-0226-495A-955E-714FF6304936}" presName="childTextArrow" presStyleLbl="fgAccFollowNode1" presStyleIdx="0" presStyleCnt="5">
        <dgm:presLayoutVars>
          <dgm:bulletEnabled val="1"/>
        </dgm:presLayoutVars>
      </dgm:prSet>
      <dgm:spPr/>
    </dgm:pt>
    <dgm:pt modelId="{9DE9F2C7-21EA-4D2E-8D89-BA67BA335BDA}" type="pres">
      <dgm:prSet presAssocID="{B728AD6D-4EE5-4320-B26B-D2387D009395}" presName="childTextArrow" presStyleLbl="fgAccFollowNode1" presStyleIdx="1" presStyleCnt="5">
        <dgm:presLayoutVars>
          <dgm:bulletEnabled val="1"/>
        </dgm:presLayoutVars>
      </dgm:prSet>
      <dgm:spPr/>
    </dgm:pt>
    <dgm:pt modelId="{CB2EEAB6-1E56-4293-AD63-A55F19FDD283}" type="pres">
      <dgm:prSet presAssocID="{F910FD64-5740-4464-9B60-0D1C2D2FB7AC}" presName="childTextArrow" presStyleLbl="fgAccFollowNode1" presStyleIdx="2" presStyleCnt="5">
        <dgm:presLayoutVars>
          <dgm:bulletEnabled val="1"/>
        </dgm:presLayoutVars>
      </dgm:prSet>
      <dgm:spPr/>
    </dgm:pt>
    <dgm:pt modelId="{BE8A90B0-DE56-453C-89EE-B1F03C7BEB59}" type="pres">
      <dgm:prSet presAssocID="{11DACA73-6C43-4E09-9672-7E11254ADBA8}" presName="childTextArrow" presStyleLbl="fgAccFollowNode1" presStyleIdx="3" presStyleCnt="5">
        <dgm:presLayoutVars>
          <dgm:bulletEnabled val="1"/>
        </dgm:presLayoutVars>
      </dgm:prSet>
      <dgm:spPr/>
    </dgm:pt>
    <dgm:pt modelId="{4F60EAE8-9816-4089-86E5-971159A7668C}" type="pres">
      <dgm:prSet presAssocID="{557DC388-E9B0-461B-AB65-28AC9E9E1A2F}" presName="childTextArrow" presStyleLbl="fgAccFollowNode1" presStyleIdx="4" presStyleCnt="5">
        <dgm:presLayoutVars>
          <dgm:bulletEnabled val="1"/>
        </dgm:presLayoutVars>
      </dgm:prSet>
      <dgm:spPr/>
    </dgm:pt>
  </dgm:ptLst>
  <dgm:cxnLst>
    <dgm:cxn modelId="{AB4E6503-3ABC-4887-9946-C15359583B30}" type="presOf" srcId="{CC5FF11B-76DB-4A81-BBE3-7A837FF55907}" destId="{FAD73B59-AE70-4380-8DF0-6F6582B2E0DD}" srcOrd="0" destOrd="0" presId="urn:microsoft.com/office/officeart/2005/8/layout/process4"/>
    <dgm:cxn modelId="{6863930F-4B22-4611-93E2-3869C8175231}" type="presOf" srcId="{AF1E7A73-4AAD-429F-AD86-11D398BB23FF}" destId="{3CA5CCFC-CFEC-41D6-8620-68199E2B932F}" srcOrd="0" destOrd="0" presId="urn:microsoft.com/office/officeart/2005/8/layout/process4"/>
    <dgm:cxn modelId="{F03AC110-01F4-49E8-816F-B35D7E50A629}" srcId="{AF1E7A73-4AAD-429F-AD86-11D398BB23FF}" destId="{F910FD64-5740-4464-9B60-0D1C2D2FB7AC}" srcOrd="2" destOrd="0" parTransId="{456380B6-FCBC-4957-B442-05ED90083D62}" sibTransId="{3121A17D-34A7-4C92-A1BF-4FD7DA9A5368}"/>
    <dgm:cxn modelId="{F887BE2B-B008-4B30-A15A-B1ED49631C6E}" type="presOf" srcId="{B728AD6D-4EE5-4320-B26B-D2387D009395}" destId="{9DE9F2C7-21EA-4D2E-8D89-BA67BA335BDA}" srcOrd="0" destOrd="0" presId="urn:microsoft.com/office/officeart/2005/8/layout/process4"/>
    <dgm:cxn modelId="{6368DF40-C1C9-47CB-B955-1FAC592B8D2D}" type="presOf" srcId="{AF1E7A73-4AAD-429F-AD86-11D398BB23FF}" destId="{6F0C9998-7D0B-4446-8893-0376B91C9DD2}" srcOrd="1" destOrd="0" presId="urn:microsoft.com/office/officeart/2005/8/layout/process4"/>
    <dgm:cxn modelId="{056AF54E-75A9-470C-8CB6-79CAACA0FD8E}" type="presOf" srcId="{73164417-0226-495A-955E-714FF6304936}" destId="{D6C01210-8E36-4A74-8079-14D5C5579977}" srcOrd="0" destOrd="0" presId="urn:microsoft.com/office/officeart/2005/8/layout/process4"/>
    <dgm:cxn modelId="{C2AB0159-0AEC-461E-8778-CDF53F374857}" srcId="{AF1E7A73-4AAD-429F-AD86-11D398BB23FF}" destId="{11DACA73-6C43-4E09-9672-7E11254ADBA8}" srcOrd="3" destOrd="0" parTransId="{598D01DA-A39A-4349-8B57-C1A98AAEEAC6}" sibTransId="{8B75A68E-11BF-44BB-9511-2CF9D83ABA6B}"/>
    <dgm:cxn modelId="{E6CAEC88-C236-45B8-91AD-AFFF0BD71EF1}" type="presOf" srcId="{F176482F-9E8C-4279-B4E2-9C6C83A4F9D0}" destId="{7E02A410-D854-4570-8D45-D71CF9E13D21}" srcOrd="0" destOrd="0" presId="urn:microsoft.com/office/officeart/2005/8/layout/process4"/>
    <dgm:cxn modelId="{A1B9B29F-4284-4302-A603-D4869EE974E7}" type="presOf" srcId="{F910FD64-5740-4464-9B60-0D1C2D2FB7AC}" destId="{CB2EEAB6-1E56-4293-AD63-A55F19FDD283}" srcOrd="0" destOrd="0" presId="urn:microsoft.com/office/officeart/2005/8/layout/process4"/>
    <dgm:cxn modelId="{E5CA9AA1-C496-4FEC-8B31-9D43A52CF0C9}" type="presOf" srcId="{11DACA73-6C43-4E09-9672-7E11254ADBA8}" destId="{BE8A90B0-DE56-453C-89EE-B1F03C7BEB59}" srcOrd="0" destOrd="0" presId="urn:microsoft.com/office/officeart/2005/8/layout/process4"/>
    <dgm:cxn modelId="{837AE5B6-3E02-4041-BA55-D07867C9CEF1}" srcId="{AF1E7A73-4AAD-429F-AD86-11D398BB23FF}" destId="{B728AD6D-4EE5-4320-B26B-D2387D009395}" srcOrd="1" destOrd="0" parTransId="{0DB2767F-9DCE-40DB-B2CB-ACE74716ADE7}" sibTransId="{FEE0752D-BA8C-4014-A7E6-2697B23EBD94}"/>
    <dgm:cxn modelId="{46AD22B7-89EE-4BD1-AA17-A0932ED1710B}" srcId="{F176482F-9E8C-4279-B4E2-9C6C83A4F9D0}" destId="{AF1E7A73-4AAD-429F-AD86-11D398BB23FF}" srcOrd="0" destOrd="0" parTransId="{FD7B1A70-A9EE-4BA8-A5C9-4D8A7BFD216D}" sibTransId="{07D59B10-C369-4EA8-A089-11CCCFBF86F5}"/>
    <dgm:cxn modelId="{FA5356BE-38A8-4426-BEF3-8F0AD3614613}" type="presOf" srcId="{557DC388-E9B0-461B-AB65-28AC9E9E1A2F}" destId="{4F60EAE8-9816-4089-86E5-971159A7668C}" srcOrd="0" destOrd="0" presId="urn:microsoft.com/office/officeart/2005/8/layout/process4"/>
    <dgm:cxn modelId="{5D163DC0-7796-4509-8E68-0085CEBD4D34}" srcId="{F176482F-9E8C-4279-B4E2-9C6C83A4F9D0}" destId="{CC5FF11B-76DB-4A81-BBE3-7A837FF55907}" srcOrd="1" destOrd="0" parTransId="{0DF1168E-FCE4-41F4-A029-2EF676B5DF8D}" sibTransId="{03A1556F-145A-4AAE-9BF3-7C035BEDDD39}"/>
    <dgm:cxn modelId="{5F32B9E6-5045-4205-8E1A-EAC1BBD566BB}" srcId="{AF1E7A73-4AAD-429F-AD86-11D398BB23FF}" destId="{557DC388-E9B0-461B-AB65-28AC9E9E1A2F}" srcOrd="4" destOrd="0" parTransId="{B62FACC1-FFB3-449B-93CA-36E8ADB578D9}" sibTransId="{F344EFDC-D46B-4F00-B463-FCF56FBF8CC1}"/>
    <dgm:cxn modelId="{F143EEF8-B79E-46D2-A839-030D83C2322A}" srcId="{AF1E7A73-4AAD-429F-AD86-11D398BB23FF}" destId="{73164417-0226-495A-955E-714FF6304936}" srcOrd="0" destOrd="0" parTransId="{A8CBD7BB-BC1A-4A40-A54A-13B9C5CEB779}" sibTransId="{1BC1712D-8CCB-49F4-8185-572B243AC1B5}"/>
    <dgm:cxn modelId="{7E8FE6CA-343D-4A5F-B78F-0E2DA3512505}" type="presParOf" srcId="{7E02A410-D854-4570-8D45-D71CF9E13D21}" destId="{6E48A6D1-560E-4B88-99EB-DF195FED854B}" srcOrd="0" destOrd="0" presId="urn:microsoft.com/office/officeart/2005/8/layout/process4"/>
    <dgm:cxn modelId="{AB42990A-CDF8-4313-AD94-25401ABF741E}" type="presParOf" srcId="{6E48A6D1-560E-4B88-99EB-DF195FED854B}" destId="{FAD73B59-AE70-4380-8DF0-6F6582B2E0DD}" srcOrd="0" destOrd="0" presId="urn:microsoft.com/office/officeart/2005/8/layout/process4"/>
    <dgm:cxn modelId="{DF8EB0F1-E487-4179-8FD0-C32A33044470}" type="presParOf" srcId="{7E02A410-D854-4570-8D45-D71CF9E13D21}" destId="{AEB92BF2-A5D0-45EC-B5F5-4C6F974554BB}" srcOrd="1" destOrd="0" presId="urn:microsoft.com/office/officeart/2005/8/layout/process4"/>
    <dgm:cxn modelId="{1B6F6CDA-E6E2-4522-B21A-0D8557A9FD7B}" type="presParOf" srcId="{7E02A410-D854-4570-8D45-D71CF9E13D21}" destId="{C4B30870-2227-42A5-B818-9AA58857C976}" srcOrd="2" destOrd="0" presId="urn:microsoft.com/office/officeart/2005/8/layout/process4"/>
    <dgm:cxn modelId="{95E61DD4-B24A-48C8-A620-6266936C00BC}" type="presParOf" srcId="{C4B30870-2227-42A5-B818-9AA58857C976}" destId="{3CA5CCFC-CFEC-41D6-8620-68199E2B932F}" srcOrd="0" destOrd="0" presId="urn:microsoft.com/office/officeart/2005/8/layout/process4"/>
    <dgm:cxn modelId="{22FF16E5-48F8-4B2D-A64C-D7599B6B2D4E}" type="presParOf" srcId="{C4B30870-2227-42A5-B818-9AA58857C976}" destId="{6F0C9998-7D0B-4446-8893-0376B91C9DD2}" srcOrd="1" destOrd="0" presId="urn:microsoft.com/office/officeart/2005/8/layout/process4"/>
    <dgm:cxn modelId="{D499A6A8-1850-4CA1-8603-1ED8946AEB54}" type="presParOf" srcId="{C4B30870-2227-42A5-B818-9AA58857C976}" destId="{C38B04FC-23FC-4C3D-9481-C7246050B176}" srcOrd="2" destOrd="0" presId="urn:microsoft.com/office/officeart/2005/8/layout/process4"/>
    <dgm:cxn modelId="{54D5A03B-E370-4A2B-A47B-A48B1F919063}" type="presParOf" srcId="{C38B04FC-23FC-4C3D-9481-C7246050B176}" destId="{D6C01210-8E36-4A74-8079-14D5C5579977}" srcOrd="0" destOrd="0" presId="urn:microsoft.com/office/officeart/2005/8/layout/process4"/>
    <dgm:cxn modelId="{6EF99F03-02EF-4F9C-A610-046735BD28B8}" type="presParOf" srcId="{C38B04FC-23FC-4C3D-9481-C7246050B176}" destId="{9DE9F2C7-21EA-4D2E-8D89-BA67BA335BDA}" srcOrd="1" destOrd="0" presId="urn:microsoft.com/office/officeart/2005/8/layout/process4"/>
    <dgm:cxn modelId="{B69EFCDE-D066-47EF-8C23-2CB3E3745530}" type="presParOf" srcId="{C38B04FC-23FC-4C3D-9481-C7246050B176}" destId="{CB2EEAB6-1E56-4293-AD63-A55F19FDD283}" srcOrd="2" destOrd="0" presId="urn:microsoft.com/office/officeart/2005/8/layout/process4"/>
    <dgm:cxn modelId="{394B1247-DC43-456D-B552-BF3F91968BEC}" type="presParOf" srcId="{C38B04FC-23FC-4C3D-9481-C7246050B176}" destId="{BE8A90B0-DE56-453C-89EE-B1F03C7BEB59}" srcOrd="3" destOrd="0" presId="urn:microsoft.com/office/officeart/2005/8/layout/process4"/>
    <dgm:cxn modelId="{C8305899-B2BF-4C64-A4D5-ED82AD290298}" type="presParOf" srcId="{C38B04FC-23FC-4C3D-9481-C7246050B176}" destId="{4F60EAE8-9816-4089-86E5-971159A7668C}" srcOrd="4"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DB8E60B-2501-4AE8-8E51-141B5EE3BF9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0A36FE6E-8745-4F95-A677-3D524577E629}">
      <dgm:prSet/>
      <dgm:spPr/>
      <dgm:t>
        <a:bodyPr/>
        <a:lstStyle/>
        <a:p>
          <a:pPr rtl="0"/>
          <a:r>
            <a:rPr lang="en-US" b="0" i="0" dirty="0"/>
            <a:t>DIKW framework describes a hierarchical relationship between data, information, knowledge, and wisdom.</a:t>
          </a:r>
          <a:endParaRPr lang="en-US" dirty="0"/>
        </a:p>
      </dgm:t>
    </dgm:pt>
    <dgm:pt modelId="{C7FAB4A7-270A-45D6-9288-F42D39A10B00}" type="parTrans" cxnId="{6041FA49-6E43-4F96-A603-1F5B5ED8A11F}">
      <dgm:prSet/>
      <dgm:spPr/>
      <dgm:t>
        <a:bodyPr/>
        <a:lstStyle/>
        <a:p>
          <a:endParaRPr lang="en-US"/>
        </a:p>
      </dgm:t>
    </dgm:pt>
    <dgm:pt modelId="{C9B8E102-1109-40C7-8864-D8475A21BAAF}" type="sibTrans" cxnId="{6041FA49-6E43-4F96-A603-1F5B5ED8A11F}">
      <dgm:prSet/>
      <dgm:spPr/>
      <dgm:t>
        <a:bodyPr/>
        <a:lstStyle/>
        <a:p>
          <a:endParaRPr lang="en-US"/>
        </a:p>
      </dgm:t>
    </dgm:pt>
    <dgm:pt modelId="{939C2871-07E2-4504-84BB-FCAD60980D93}">
      <dgm:prSet/>
      <dgm:spPr/>
      <dgm:t>
        <a:bodyPr/>
        <a:lstStyle/>
        <a:p>
          <a:pPr rtl="0"/>
          <a:r>
            <a:rPr lang="en-US" b="0" i="0" dirty="0"/>
            <a:t>Data comes in the form of signs and signals, such as numbers, words or other signs that represent discrete facts about an objective reality.</a:t>
          </a:r>
          <a:endParaRPr lang="en-US" dirty="0"/>
        </a:p>
      </dgm:t>
    </dgm:pt>
    <dgm:pt modelId="{6771AE99-0FD1-4B40-89A1-874A2BE86F87}" type="parTrans" cxnId="{836E874B-7F86-4732-86F9-D351E7A35352}">
      <dgm:prSet/>
      <dgm:spPr/>
      <dgm:t>
        <a:bodyPr/>
        <a:lstStyle/>
        <a:p>
          <a:endParaRPr lang="en-US"/>
        </a:p>
      </dgm:t>
    </dgm:pt>
    <dgm:pt modelId="{BCC5906F-9A12-4ECA-BF95-E05A3F7216F2}" type="sibTrans" cxnId="{836E874B-7F86-4732-86F9-D351E7A35352}">
      <dgm:prSet/>
      <dgm:spPr/>
      <dgm:t>
        <a:bodyPr/>
        <a:lstStyle/>
        <a:p>
          <a:endParaRPr lang="en-US"/>
        </a:p>
      </dgm:t>
    </dgm:pt>
    <dgm:pt modelId="{9784039D-91C2-4877-8DCE-F7203401B375}">
      <dgm:prSet/>
      <dgm:spPr/>
      <dgm:t>
        <a:bodyPr/>
        <a:lstStyle/>
        <a:p>
          <a:pPr rtl="0"/>
          <a:r>
            <a:rPr lang="en-US" b="0" i="0" dirty="0"/>
            <a:t>Information comes from providing context to data. It is data that has been endowed with meaning and purpose. </a:t>
          </a:r>
        </a:p>
      </dgm:t>
    </dgm:pt>
    <dgm:pt modelId="{0435F0B5-0C05-4573-AAFB-BDE7A8D572DB}" type="parTrans" cxnId="{EB349641-179B-4326-B4A2-71832B20665C}">
      <dgm:prSet/>
      <dgm:spPr/>
      <dgm:t>
        <a:bodyPr/>
        <a:lstStyle/>
        <a:p>
          <a:endParaRPr lang="en-US"/>
        </a:p>
      </dgm:t>
    </dgm:pt>
    <dgm:pt modelId="{0DD70AA1-30E7-41E7-B782-9ADEDA764A33}" type="sibTrans" cxnId="{EB349641-179B-4326-B4A2-71832B20665C}">
      <dgm:prSet/>
      <dgm:spPr/>
      <dgm:t>
        <a:bodyPr/>
        <a:lstStyle/>
        <a:p>
          <a:endParaRPr lang="en-US"/>
        </a:p>
      </dgm:t>
    </dgm:pt>
    <dgm:pt modelId="{561523D8-2276-459B-89C9-7EB725B24159}">
      <dgm:prSet/>
      <dgm:spPr/>
      <dgm:t>
        <a:bodyPr/>
        <a:lstStyle/>
        <a:p>
          <a:pPr rtl="0"/>
          <a:r>
            <a:rPr lang="en-US" b="0" i="0" dirty="0"/>
            <a:t>Knowledge is the synthesis of multiple sources of information over time, to create conceptual frameworks, theories, and axioms.  As Einstein said “knowledge comes from experience, everything else is information.”</a:t>
          </a:r>
          <a:endParaRPr lang="en-US" dirty="0"/>
        </a:p>
      </dgm:t>
    </dgm:pt>
    <dgm:pt modelId="{D72CB0B1-AB82-4701-B36F-41903ED87897}" type="parTrans" cxnId="{30CC901A-F06C-4F2C-A3CC-F7B57E13F368}">
      <dgm:prSet/>
      <dgm:spPr/>
      <dgm:t>
        <a:bodyPr/>
        <a:lstStyle/>
        <a:p>
          <a:endParaRPr lang="en-US"/>
        </a:p>
      </dgm:t>
    </dgm:pt>
    <dgm:pt modelId="{201CCC40-9B72-40B5-8A45-E202AF79D386}" type="sibTrans" cxnId="{30CC901A-F06C-4F2C-A3CC-F7B57E13F368}">
      <dgm:prSet/>
      <dgm:spPr/>
      <dgm:t>
        <a:bodyPr/>
        <a:lstStyle/>
        <a:p>
          <a:endParaRPr lang="en-US"/>
        </a:p>
      </dgm:t>
    </dgm:pt>
    <dgm:pt modelId="{1AFDE52E-5697-42D1-B026-6D7495F3BB8B}">
      <dgm:prSet/>
      <dgm:spPr/>
      <dgm:t>
        <a:bodyPr/>
        <a:lstStyle/>
        <a:p>
          <a:pPr rtl="0"/>
          <a:r>
            <a:rPr lang="en-US" b="0" i="0" dirty="0"/>
            <a:t>Wisdom is the ability to use knowledge to make correct judgments in response to a unique context, without the aid of facts. Wisdom involves knowing the right things to do, for the greater good. It requires a sense of what is right and wrong, ethical and unethical. It is most uniquely human.</a:t>
          </a:r>
        </a:p>
      </dgm:t>
    </dgm:pt>
    <dgm:pt modelId="{4F213FE1-05C5-4D9B-BDDB-B1AD860D4D0A}" type="parTrans" cxnId="{9DE36405-01A6-4B07-93E6-CA9F0CF320CD}">
      <dgm:prSet/>
      <dgm:spPr/>
      <dgm:t>
        <a:bodyPr/>
        <a:lstStyle/>
        <a:p>
          <a:endParaRPr lang="en-US"/>
        </a:p>
      </dgm:t>
    </dgm:pt>
    <dgm:pt modelId="{228C640E-6CFB-49F2-8833-70418EEC7BDB}" type="sibTrans" cxnId="{9DE36405-01A6-4B07-93E6-CA9F0CF320CD}">
      <dgm:prSet/>
      <dgm:spPr/>
      <dgm:t>
        <a:bodyPr/>
        <a:lstStyle/>
        <a:p>
          <a:endParaRPr lang="en-US"/>
        </a:p>
      </dgm:t>
    </dgm:pt>
    <dgm:pt modelId="{6EFB9894-2C63-4003-AFDF-557C4CA7A365}" type="pres">
      <dgm:prSet presAssocID="{5DB8E60B-2501-4AE8-8E51-141B5EE3BF9B}" presName="linear" presStyleCnt="0">
        <dgm:presLayoutVars>
          <dgm:dir/>
          <dgm:animLvl val="lvl"/>
          <dgm:resizeHandles val="exact"/>
        </dgm:presLayoutVars>
      </dgm:prSet>
      <dgm:spPr/>
    </dgm:pt>
    <dgm:pt modelId="{CF6EE665-6122-4544-8868-2DB8139EB59D}" type="pres">
      <dgm:prSet presAssocID="{0A36FE6E-8745-4F95-A677-3D524577E629}" presName="parentLin" presStyleCnt="0"/>
      <dgm:spPr/>
    </dgm:pt>
    <dgm:pt modelId="{451B170D-0B7C-47B6-82F9-81222FF2F549}" type="pres">
      <dgm:prSet presAssocID="{0A36FE6E-8745-4F95-A677-3D524577E629}" presName="parentLeftMargin" presStyleLbl="node1" presStyleIdx="0" presStyleCnt="1"/>
      <dgm:spPr/>
    </dgm:pt>
    <dgm:pt modelId="{1554E84C-C4CD-4C71-8190-1C765DADDE87}" type="pres">
      <dgm:prSet presAssocID="{0A36FE6E-8745-4F95-A677-3D524577E629}" presName="parentText" presStyleLbl="node1" presStyleIdx="0" presStyleCnt="1" custScaleY="147323">
        <dgm:presLayoutVars>
          <dgm:chMax val="0"/>
          <dgm:bulletEnabled val="1"/>
        </dgm:presLayoutVars>
      </dgm:prSet>
      <dgm:spPr/>
    </dgm:pt>
    <dgm:pt modelId="{DD491052-E6D6-4163-8EDA-E992FCCDA373}" type="pres">
      <dgm:prSet presAssocID="{0A36FE6E-8745-4F95-A677-3D524577E629}" presName="negativeSpace" presStyleCnt="0"/>
      <dgm:spPr/>
    </dgm:pt>
    <dgm:pt modelId="{55A1F3FD-2663-4273-A83C-BE7F1DA86E2B}" type="pres">
      <dgm:prSet presAssocID="{0A36FE6E-8745-4F95-A677-3D524577E629}" presName="childText" presStyleLbl="conFgAcc1" presStyleIdx="0" presStyleCnt="1">
        <dgm:presLayoutVars>
          <dgm:bulletEnabled val="1"/>
        </dgm:presLayoutVars>
      </dgm:prSet>
      <dgm:spPr/>
    </dgm:pt>
  </dgm:ptLst>
  <dgm:cxnLst>
    <dgm:cxn modelId="{9DE36405-01A6-4B07-93E6-CA9F0CF320CD}" srcId="{0A36FE6E-8745-4F95-A677-3D524577E629}" destId="{1AFDE52E-5697-42D1-B026-6D7495F3BB8B}" srcOrd="3" destOrd="0" parTransId="{4F213FE1-05C5-4D9B-BDDB-B1AD860D4D0A}" sibTransId="{228C640E-6CFB-49F2-8833-70418EEC7BDB}"/>
    <dgm:cxn modelId="{30CC901A-F06C-4F2C-A3CC-F7B57E13F368}" srcId="{0A36FE6E-8745-4F95-A677-3D524577E629}" destId="{561523D8-2276-459B-89C9-7EB725B24159}" srcOrd="2" destOrd="0" parTransId="{D72CB0B1-AB82-4701-B36F-41903ED87897}" sibTransId="{201CCC40-9B72-40B5-8A45-E202AF79D386}"/>
    <dgm:cxn modelId="{7DB1C93E-0F9B-422F-8A2C-3AF11EF1F3F5}" type="presOf" srcId="{5DB8E60B-2501-4AE8-8E51-141B5EE3BF9B}" destId="{6EFB9894-2C63-4003-AFDF-557C4CA7A365}" srcOrd="0" destOrd="0" presId="urn:microsoft.com/office/officeart/2005/8/layout/list1"/>
    <dgm:cxn modelId="{EB349641-179B-4326-B4A2-71832B20665C}" srcId="{0A36FE6E-8745-4F95-A677-3D524577E629}" destId="{9784039D-91C2-4877-8DCE-F7203401B375}" srcOrd="1" destOrd="0" parTransId="{0435F0B5-0C05-4573-AAFB-BDE7A8D572DB}" sibTransId="{0DD70AA1-30E7-41E7-B782-9ADEDA764A33}"/>
    <dgm:cxn modelId="{E9DB2E62-B363-4AF4-993B-F1D157BE45BE}" type="presOf" srcId="{561523D8-2276-459B-89C9-7EB725B24159}" destId="{55A1F3FD-2663-4273-A83C-BE7F1DA86E2B}" srcOrd="0" destOrd="2" presId="urn:microsoft.com/office/officeart/2005/8/layout/list1"/>
    <dgm:cxn modelId="{6041FA49-6E43-4F96-A603-1F5B5ED8A11F}" srcId="{5DB8E60B-2501-4AE8-8E51-141B5EE3BF9B}" destId="{0A36FE6E-8745-4F95-A677-3D524577E629}" srcOrd="0" destOrd="0" parTransId="{C7FAB4A7-270A-45D6-9288-F42D39A10B00}" sibTransId="{C9B8E102-1109-40C7-8864-D8475A21BAAF}"/>
    <dgm:cxn modelId="{836E874B-7F86-4732-86F9-D351E7A35352}" srcId="{0A36FE6E-8745-4F95-A677-3D524577E629}" destId="{939C2871-07E2-4504-84BB-FCAD60980D93}" srcOrd="0" destOrd="0" parTransId="{6771AE99-0FD1-4B40-89A1-874A2BE86F87}" sibTransId="{BCC5906F-9A12-4ECA-BF95-E05A3F7216F2}"/>
    <dgm:cxn modelId="{E843A44F-32C4-4AFA-A982-0E26B1D3F1D2}" type="presOf" srcId="{1AFDE52E-5697-42D1-B026-6D7495F3BB8B}" destId="{55A1F3FD-2663-4273-A83C-BE7F1DA86E2B}" srcOrd="0" destOrd="3" presId="urn:microsoft.com/office/officeart/2005/8/layout/list1"/>
    <dgm:cxn modelId="{1662ADB1-34CF-465F-A7C7-D04137EC8CD5}" type="presOf" srcId="{939C2871-07E2-4504-84BB-FCAD60980D93}" destId="{55A1F3FD-2663-4273-A83C-BE7F1DA86E2B}" srcOrd="0" destOrd="0" presId="urn:microsoft.com/office/officeart/2005/8/layout/list1"/>
    <dgm:cxn modelId="{A852D0C1-A2C1-4EE9-B175-011AB3EFE80B}" type="presOf" srcId="{0A36FE6E-8745-4F95-A677-3D524577E629}" destId="{451B170D-0B7C-47B6-82F9-81222FF2F549}" srcOrd="0" destOrd="0" presId="urn:microsoft.com/office/officeart/2005/8/layout/list1"/>
    <dgm:cxn modelId="{CB0549D1-B974-49CB-BB0C-994157FE4B2C}" type="presOf" srcId="{0A36FE6E-8745-4F95-A677-3D524577E629}" destId="{1554E84C-C4CD-4C71-8190-1C765DADDE87}" srcOrd="1" destOrd="0" presId="urn:microsoft.com/office/officeart/2005/8/layout/list1"/>
    <dgm:cxn modelId="{D8C968FC-C1BF-4ECC-922E-FC30DC21E553}" type="presOf" srcId="{9784039D-91C2-4877-8DCE-F7203401B375}" destId="{55A1F3FD-2663-4273-A83C-BE7F1DA86E2B}" srcOrd="0" destOrd="1" presId="urn:microsoft.com/office/officeart/2005/8/layout/list1"/>
    <dgm:cxn modelId="{8B9352E1-4B62-4B41-A679-C4EC24E5263A}" type="presParOf" srcId="{6EFB9894-2C63-4003-AFDF-557C4CA7A365}" destId="{CF6EE665-6122-4544-8868-2DB8139EB59D}" srcOrd="0" destOrd="0" presId="urn:microsoft.com/office/officeart/2005/8/layout/list1"/>
    <dgm:cxn modelId="{8BA87741-843B-4FF6-A760-D47264ED40BE}" type="presParOf" srcId="{CF6EE665-6122-4544-8868-2DB8139EB59D}" destId="{451B170D-0B7C-47B6-82F9-81222FF2F549}" srcOrd="0" destOrd="0" presId="urn:microsoft.com/office/officeart/2005/8/layout/list1"/>
    <dgm:cxn modelId="{4885A5D3-EAA9-416A-8961-6DB1188073A1}" type="presParOf" srcId="{CF6EE665-6122-4544-8868-2DB8139EB59D}" destId="{1554E84C-C4CD-4C71-8190-1C765DADDE87}" srcOrd="1" destOrd="0" presId="urn:microsoft.com/office/officeart/2005/8/layout/list1"/>
    <dgm:cxn modelId="{FCC7E7B8-F2AE-4EFB-B862-B57FF8429D87}" type="presParOf" srcId="{6EFB9894-2C63-4003-AFDF-557C4CA7A365}" destId="{DD491052-E6D6-4163-8EDA-E992FCCDA373}" srcOrd="1" destOrd="0" presId="urn:microsoft.com/office/officeart/2005/8/layout/list1"/>
    <dgm:cxn modelId="{87F543B9-EB83-476D-84DB-D2F7CCBF5E8D}" type="presParOf" srcId="{6EFB9894-2C63-4003-AFDF-557C4CA7A365}" destId="{55A1F3FD-2663-4273-A83C-BE7F1DA86E2B}"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BE7E2B1-EBAD-4CE5-87B7-DA0BE05DAD21}"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US"/>
        </a:p>
      </dgm:t>
    </dgm:pt>
    <dgm:pt modelId="{C743EAA5-0603-44B6-9544-DB03E1972C59}">
      <dgm:prSet/>
      <dgm:spPr/>
      <dgm:t>
        <a:bodyPr/>
        <a:lstStyle/>
        <a:p>
          <a:pPr rtl="0"/>
          <a:r>
            <a:rPr lang="en-US" b="0" i="0" baseline="0" dirty="0"/>
            <a:t>There is a limit to the number of people Disney World can handle at one time. In order to keep increasing revenue, Disney needs to find more efficient and productive ways to utilize its existing facilities. In Disney’s case, this means encouraging customers to spend more time on the premises and also to make repeat visits.</a:t>
          </a:r>
          <a:endParaRPr lang="en-US" dirty="0"/>
        </a:p>
      </dgm:t>
    </dgm:pt>
    <dgm:pt modelId="{9BC21DA4-D8D6-47EF-9DE5-61B5D40D1666}" type="parTrans" cxnId="{4DA4E3EE-7C1B-42F3-AEF4-CD67A4B83C5F}">
      <dgm:prSet/>
      <dgm:spPr/>
      <dgm:t>
        <a:bodyPr/>
        <a:lstStyle/>
        <a:p>
          <a:endParaRPr lang="en-US"/>
        </a:p>
      </dgm:t>
    </dgm:pt>
    <dgm:pt modelId="{AB141383-5D78-4C56-9A18-44342197121A}" type="sibTrans" cxnId="{4DA4E3EE-7C1B-42F3-AEF4-CD67A4B83C5F}">
      <dgm:prSet/>
      <dgm:spPr/>
      <dgm:t>
        <a:bodyPr/>
        <a:lstStyle/>
        <a:p>
          <a:endParaRPr lang="en-US"/>
        </a:p>
      </dgm:t>
    </dgm:pt>
    <dgm:pt modelId="{56290AAC-D559-40C6-B6E7-3AB95D7C410C}">
      <dgm:prSet/>
      <dgm:spPr/>
      <dgm:t>
        <a:bodyPr/>
        <a:lstStyle/>
        <a:p>
          <a:pPr rtl="0"/>
          <a:r>
            <a:rPr lang="en-US" b="0" i="0" baseline="0" dirty="0"/>
            <a:t>To increase revenue, Disney management chose to use information technology to improve the customer experience. Disney uses video cameras, television displays, and specialized computer software to calculate visitor capacity, identify gridlock, and launch activities that will help re-flow crowds. In addition to reducing wait times, Disney uses information technology to provide new interactive services, such as video games to guests waiting in line, and mobile applications to help visitors navigate the theme park more efficiently. </a:t>
          </a:r>
          <a:endParaRPr lang="en-US" dirty="0"/>
        </a:p>
      </dgm:t>
    </dgm:pt>
    <dgm:pt modelId="{16F998BA-1976-4F69-9BED-F793AF8C5758}" type="parTrans" cxnId="{2137BD77-8590-4908-A0D4-D028677B83B0}">
      <dgm:prSet/>
      <dgm:spPr/>
      <dgm:t>
        <a:bodyPr/>
        <a:lstStyle/>
        <a:p>
          <a:endParaRPr lang="en-US"/>
        </a:p>
      </dgm:t>
    </dgm:pt>
    <dgm:pt modelId="{778587C4-496B-481E-9E44-C05DA7DC548F}" type="sibTrans" cxnId="{2137BD77-8590-4908-A0D4-D028677B83B0}">
      <dgm:prSet/>
      <dgm:spPr/>
      <dgm:t>
        <a:bodyPr/>
        <a:lstStyle/>
        <a:p>
          <a:endParaRPr lang="en-US"/>
        </a:p>
      </dgm:t>
    </dgm:pt>
    <dgm:pt modelId="{FF63130B-0119-4F95-B666-EA22BB0795F8}">
      <dgm:prSet/>
      <dgm:spPr/>
      <dgm:t>
        <a:bodyPr/>
        <a:lstStyle/>
        <a:p>
          <a:pPr rtl="0"/>
          <a:r>
            <a:rPr lang="en-US" b="0" i="0" dirty="0"/>
            <a:t>It is also important to note that using information technology for crowd control has changed the way Disney World runs its business. Disney World’s systems for managing people in lines changed procedures for ticketing, crowd management, and ordering food from restaurants. These changes had to be carefully planned to make sure they enhanced service, efficiency, and profitability.</a:t>
          </a:r>
          <a:endParaRPr lang="en-US" b="0" i="0" baseline="0" dirty="0"/>
        </a:p>
      </dgm:t>
    </dgm:pt>
    <dgm:pt modelId="{A5B0F723-043D-4BC6-9BD7-A50E0760D8F7}" type="parTrans" cxnId="{4B023169-85EE-4064-9E2A-A973E1198076}">
      <dgm:prSet/>
      <dgm:spPr/>
      <dgm:t>
        <a:bodyPr/>
        <a:lstStyle/>
        <a:p>
          <a:endParaRPr lang="en-US"/>
        </a:p>
      </dgm:t>
    </dgm:pt>
    <dgm:pt modelId="{FC7604B3-1FAB-46E7-9886-49901F0BE883}" type="sibTrans" cxnId="{4B023169-85EE-4064-9E2A-A973E1198076}">
      <dgm:prSet/>
      <dgm:spPr/>
      <dgm:t>
        <a:bodyPr/>
        <a:lstStyle/>
        <a:p>
          <a:endParaRPr lang="en-US"/>
        </a:p>
      </dgm:t>
    </dgm:pt>
    <dgm:pt modelId="{4FFE6F83-802B-4C6D-B091-60661E351A6B}" type="pres">
      <dgm:prSet presAssocID="{6BE7E2B1-EBAD-4CE5-87B7-DA0BE05DAD21}" presName="linear" presStyleCnt="0">
        <dgm:presLayoutVars>
          <dgm:animLvl val="lvl"/>
          <dgm:resizeHandles val="exact"/>
        </dgm:presLayoutVars>
      </dgm:prSet>
      <dgm:spPr/>
    </dgm:pt>
    <dgm:pt modelId="{218C31C6-C3AD-4E1B-9F9F-FDB91BD91A67}" type="pres">
      <dgm:prSet presAssocID="{C743EAA5-0603-44B6-9544-DB03E1972C59}" presName="parentText" presStyleLbl="node1" presStyleIdx="0" presStyleCnt="3">
        <dgm:presLayoutVars>
          <dgm:chMax val="0"/>
          <dgm:bulletEnabled val="1"/>
        </dgm:presLayoutVars>
      </dgm:prSet>
      <dgm:spPr/>
    </dgm:pt>
    <dgm:pt modelId="{F6B38EFB-EB08-4A7F-84E7-B11A76BDD113}" type="pres">
      <dgm:prSet presAssocID="{AB141383-5D78-4C56-9A18-44342197121A}" presName="spacer" presStyleCnt="0"/>
      <dgm:spPr/>
    </dgm:pt>
    <dgm:pt modelId="{2E7BDB27-BF41-424D-B0D8-658999644E79}" type="pres">
      <dgm:prSet presAssocID="{56290AAC-D559-40C6-B6E7-3AB95D7C410C}" presName="parentText" presStyleLbl="node1" presStyleIdx="1" presStyleCnt="3">
        <dgm:presLayoutVars>
          <dgm:chMax val="0"/>
          <dgm:bulletEnabled val="1"/>
        </dgm:presLayoutVars>
      </dgm:prSet>
      <dgm:spPr/>
    </dgm:pt>
    <dgm:pt modelId="{31863F66-CCA0-41D3-84CA-12CBD8D76928}" type="pres">
      <dgm:prSet presAssocID="{778587C4-496B-481E-9E44-C05DA7DC548F}" presName="spacer" presStyleCnt="0"/>
      <dgm:spPr/>
    </dgm:pt>
    <dgm:pt modelId="{75CCA2D3-4E96-4AF7-8E57-0D53734A34E3}" type="pres">
      <dgm:prSet presAssocID="{FF63130B-0119-4F95-B666-EA22BB0795F8}" presName="parentText" presStyleLbl="node1" presStyleIdx="2" presStyleCnt="3">
        <dgm:presLayoutVars>
          <dgm:chMax val="0"/>
          <dgm:bulletEnabled val="1"/>
        </dgm:presLayoutVars>
      </dgm:prSet>
      <dgm:spPr/>
    </dgm:pt>
  </dgm:ptLst>
  <dgm:cxnLst>
    <dgm:cxn modelId="{3FF5E139-B31C-481C-8498-2EA67BFF3D93}" type="presOf" srcId="{C743EAA5-0603-44B6-9544-DB03E1972C59}" destId="{218C31C6-C3AD-4E1B-9F9F-FDB91BD91A67}" srcOrd="0" destOrd="0" presId="urn:microsoft.com/office/officeart/2005/8/layout/vList2"/>
    <dgm:cxn modelId="{4B023169-85EE-4064-9E2A-A973E1198076}" srcId="{6BE7E2B1-EBAD-4CE5-87B7-DA0BE05DAD21}" destId="{FF63130B-0119-4F95-B666-EA22BB0795F8}" srcOrd="2" destOrd="0" parTransId="{A5B0F723-043D-4BC6-9BD7-A50E0760D8F7}" sibTransId="{FC7604B3-1FAB-46E7-9886-49901F0BE883}"/>
    <dgm:cxn modelId="{2137BD77-8590-4908-A0D4-D028677B83B0}" srcId="{6BE7E2B1-EBAD-4CE5-87B7-DA0BE05DAD21}" destId="{56290AAC-D559-40C6-B6E7-3AB95D7C410C}" srcOrd="1" destOrd="0" parTransId="{16F998BA-1976-4F69-9BED-F793AF8C5758}" sibTransId="{778587C4-496B-481E-9E44-C05DA7DC548F}"/>
    <dgm:cxn modelId="{8E03E7AF-BF1F-4DAF-BBE8-83FB5984226F}" type="presOf" srcId="{FF63130B-0119-4F95-B666-EA22BB0795F8}" destId="{75CCA2D3-4E96-4AF7-8E57-0D53734A34E3}" srcOrd="0" destOrd="0" presId="urn:microsoft.com/office/officeart/2005/8/layout/vList2"/>
    <dgm:cxn modelId="{42AE7EB7-152E-4E0C-8154-C8FCE91A3467}" type="presOf" srcId="{56290AAC-D559-40C6-B6E7-3AB95D7C410C}" destId="{2E7BDB27-BF41-424D-B0D8-658999644E79}" srcOrd="0" destOrd="0" presId="urn:microsoft.com/office/officeart/2005/8/layout/vList2"/>
    <dgm:cxn modelId="{34BD46D7-5C66-49BE-A55A-D71708843CCE}" type="presOf" srcId="{6BE7E2B1-EBAD-4CE5-87B7-DA0BE05DAD21}" destId="{4FFE6F83-802B-4C6D-B091-60661E351A6B}" srcOrd="0" destOrd="0" presId="urn:microsoft.com/office/officeart/2005/8/layout/vList2"/>
    <dgm:cxn modelId="{4DA4E3EE-7C1B-42F3-AEF4-CD67A4B83C5F}" srcId="{6BE7E2B1-EBAD-4CE5-87B7-DA0BE05DAD21}" destId="{C743EAA5-0603-44B6-9544-DB03E1972C59}" srcOrd="0" destOrd="0" parTransId="{9BC21DA4-D8D6-47EF-9DE5-61B5D40D1666}" sibTransId="{AB141383-5D78-4C56-9A18-44342197121A}"/>
    <dgm:cxn modelId="{F34D817F-EC55-4468-8251-65626C46F31E}" type="presParOf" srcId="{4FFE6F83-802B-4C6D-B091-60661E351A6B}" destId="{218C31C6-C3AD-4E1B-9F9F-FDB91BD91A67}" srcOrd="0" destOrd="0" presId="urn:microsoft.com/office/officeart/2005/8/layout/vList2"/>
    <dgm:cxn modelId="{30820B74-3655-4688-B439-6CE7B718DC63}" type="presParOf" srcId="{4FFE6F83-802B-4C6D-B091-60661E351A6B}" destId="{F6B38EFB-EB08-4A7F-84E7-B11A76BDD113}" srcOrd="1" destOrd="0" presId="urn:microsoft.com/office/officeart/2005/8/layout/vList2"/>
    <dgm:cxn modelId="{7FCE357C-6B5E-4D26-AEE2-83CC824B4513}" type="presParOf" srcId="{4FFE6F83-802B-4C6D-B091-60661E351A6B}" destId="{2E7BDB27-BF41-424D-B0D8-658999644E79}" srcOrd="2" destOrd="0" presId="urn:microsoft.com/office/officeart/2005/8/layout/vList2"/>
    <dgm:cxn modelId="{D1DAFCD7-7646-443F-9E0B-51609F889F22}" type="presParOf" srcId="{4FFE6F83-802B-4C6D-B091-60661E351A6B}" destId="{31863F66-CCA0-41D3-84CA-12CBD8D76928}" srcOrd="3" destOrd="0" presId="urn:microsoft.com/office/officeart/2005/8/layout/vList2"/>
    <dgm:cxn modelId="{E31DE139-B3AE-4598-A751-867BB826593B}" type="presParOf" srcId="{4FFE6F83-802B-4C6D-B091-60661E351A6B}" destId="{75CCA2D3-4E96-4AF7-8E57-0D53734A34E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CE53196-4FB6-4A8A-9B21-FC638C62F2D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3057F8F-1565-410E-BF91-90D30D374A14}">
      <dgm:prSet/>
      <dgm:spPr/>
      <dgm:t>
        <a:bodyPr/>
        <a:lstStyle/>
        <a:p>
          <a:pPr rtl="0"/>
          <a:r>
            <a:rPr lang="en-US" b="0" i="0" dirty="0"/>
            <a:t>Katz and Kahn (1978), in their classic book “The Social Psychology of Organizations”, advocate for thinking about organizations as systems, social systems that are alive, organic, dynamic, and complex. </a:t>
          </a:r>
        </a:p>
      </dgm:t>
    </dgm:pt>
    <dgm:pt modelId="{9D05F757-5428-4682-B76E-BC30FFAA178A}" type="parTrans" cxnId="{89E19F6E-3A38-4589-9010-0CB5E4F3310E}">
      <dgm:prSet/>
      <dgm:spPr/>
      <dgm:t>
        <a:bodyPr/>
        <a:lstStyle/>
        <a:p>
          <a:endParaRPr lang="en-US"/>
        </a:p>
      </dgm:t>
    </dgm:pt>
    <dgm:pt modelId="{1094A4FC-5F38-473F-9686-AB285E760220}" type="sibTrans" cxnId="{89E19F6E-3A38-4589-9010-0CB5E4F3310E}">
      <dgm:prSet/>
      <dgm:spPr/>
      <dgm:t>
        <a:bodyPr/>
        <a:lstStyle/>
        <a:p>
          <a:endParaRPr lang="en-US"/>
        </a:p>
      </dgm:t>
    </dgm:pt>
    <dgm:pt modelId="{E297333F-A296-4DD0-8D10-B8BC06557BE9}">
      <dgm:prSet/>
      <dgm:spPr/>
      <dgm:t>
        <a:bodyPr/>
        <a:lstStyle/>
        <a:p>
          <a:pPr rtl="0"/>
          <a:r>
            <a:rPr lang="en-US" b="0" i="0" dirty="0"/>
            <a:t>As systems, organizations make choices—for example, to expand business or hold steady for another year. </a:t>
          </a:r>
        </a:p>
      </dgm:t>
    </dgm:pt>
    <dgm:pt modelId="{C11A0FAD-BCBC-4EDB-95FD-56DECEA6537D}" type="parTrans" cxnId="{AE9CAF56-D75D-48C5-A461-ADD0D3B30815}">
      <dgm:prSet/>
      <dgm:spPr/>
      <dgm:t>
        <a:bodyPr/>
        <a:lstStyle/>
        <a:p>
          <a:endParaRPr lang="en-US"/>
        </a:p>
      </dgm:t>
    </dgm:pt>
    <dgm:pt modelId="{8A8AEA5A-D93C-4A6A-B7A9-28F3E3FE000D}" type="sibTrans" cxnId="{AE9CAF56-D75D-48C5-A461-ADD0D3B30815}">
      <dgm:prSet/>
      <dgm:spPr/>
      <dgm:t>
        <a:bodyPr/>
        <a:lstStyle/>
        <a:p>
          <a:endParaRPr lang="en-US"/>
        </a:p>
      </dgm:t>
    </dgm:pt>
    <dgm:pt modelId="{D659D413-BA3E-4801-A2F4-C4D09244BF70}" type="pres">
      <dgm:prSet presAssocID="{DCE53196-4FB6-4A8A-9B21-FC638C62F2D3}" presName="linear" presStyleCnt="0">
        <dgm:presLayoutVars>
          <dgm:animLvl val="lvl"/>
          <dgm:resizeHandles val="exact"/>
        </dgm:presLayoutVars>
      </dgm:prSet>
      <dgm:spPr/>
    </dgm:pt>
    <dgm:pt modelId="{2088A4BD-DFC8-4657-A614-C7E74386BE94}" type="pres">
      <dgm:prSet presAssocID="{E3057F8F-1565-410E-BF91-90D30D374A14}" presName="parentText" presStyleLbl="node1" presStyleIdx="0" presStyleCnt="2">
        <dgm:presLayoutVars>
          <dgm:chMax val="0"/>
          <dgm:bulletEnabled val="1"/>
        </dgm:presLayoutVars>
      </dgm:prSet>
      <dgm:spPr/>
    </dgm:pt>
    <dgm:pt modelId="{4F4319FA-4A4C-4F12-9F8C-5FDD27B76FC2}" type="pres">
      <dgm:prSet presAssocID="{1094A4FC-5F38-473F-9686-AB285E760220}" presName="spacer" presStyleCnt="0"/>
      <dgm:spPr/>
    </dgm:pt>
    <dgm:pt modelId="{AB101D39-F2B6-4A15-A557-AA3C45CCE128}" type="pres">
      <dgm:prSet presAssocID="{E297333F-A296-4DD0-8D10-B8BC06557BE9}" presName="parentText" presStyleLbl="node1" presStyleIdx="1" presStyleCnt="2">
        <dgm:presLayoutVars>
          <dgm:chMax val="0"/>
          <dgm:bulletEnabled val="1"/>
        </dgm:presLayoutVars>
      </dgm:prSet>
      <dgm:spPr/>
    </dgm:pt>
  </dgm:ptLst>
  <dgm:cxnLst>
    <dgm:cxn modelId="{7CD2DF46-9864-4F6E-8A10-3A65F5A73E73}" type="presOf" srcId="{DCE53196-4FB6-4A8A-9B21-FC638C62F2D3}" destId="{D659D413-BA3E-4801-A2F4-C4D09244BF70}" srcOrd="0" destOrd="0" presId="urn:microsoft.com/office/officeart/2005/8/layout/vList2"/>
    <dgm:cxn modelId="{89E19F6E-3A38-4589-9010-0CB5E4F3310E}" srcId="{DCE53196-4FB6-4A8A-9B21-FC638C62F2D3}" destId="{E3057F8F-1565-410E-BF91-90D30D374A14}" srcOrd="0" destOrd="0" parTransId="{9D05F757-5428-4682-B76E-BC30FFAA178A}" sibTransId="{1094A4FC-5F38-473F-9686-AB285E760220}"/>
    <dgm:cxn modelId="{AC407754-111D-40B1-927D-FC57E2220A31}" type="presOf" srcId="{E297333F-A296-4DD0-8D10-B8BC06557BE9}" destId="{AB101D39-F2B6-4A15-A557-AA3C45CCE128}" srcOrd="0" destOrd="0" presId="urn:microsoft.com/office/officeart/2005/8/layout/vList2"/>
    <dgm:cxn modelId="{AE9CAF56-D75D-48C5-A461-ADD0D3B30815}" srcId="{DCE53196-4FB6-4A8A-9B21-FC638C62F2D3}" destId="{E297333F-A296-4DD0-8D10-B8BC06557BE9}" srcOrd="1" destOrd="0" parTransId="{C11A0FAD-BCBC-4EDB-95FD-56DECEA6537D}" sibTransId="{8A8AEA5A-D93C-4A6A-B7A9-28F3E3FE000D}"/>
    <dgm:cxn modelId="{0C1DA5B0-2F97-47F5-891F-4A886A46FD30}" type="presOf" srcId="{E3057F8F-1565-410E-BF91-90D30D374A14}" destId="{2088A4BD-DFC8-4657-A614-C7E74386BE94}" srcOrd="0" destOrd="0" presId="urn:microsoft.com/office/officeart/2005/8/layout/vList2"/>
    <dgm:cxn modelId="{7459742D-AD37-4C22-9A74-91A2D43203AF}" type="presParOf" srcId="{D659D413-BA3E-4801-A2F4-C4D09244BF70}" destId="{2088A4BD-DFC8-4657-A614-C7E74386BE94}" srcOrd="0" destOrd="0" presId="urn:microsoft.com/office/officeart/2005/8/layout/vList2"/>
    <dgm:cxn modelId="{5FC841CF-FA87-413D-9E25-8ECD0B6B0EE3}" type="presParOf" srcId="{D659D413-BA3E-4801-A2F4-C4D09244BF70}" destId="{4F4319FA-4A4C-4F12-9F8C-5FDD27B76FC2}" srcOrd="1" destOrd="0" presId="urn:microsoft.com/office/officeart/2005/8/layout/vList2"/>
    <dgm:cxn modelId="{9F7F962A-96F8-46AA-8543-56CD289DAB7A}" type="presParOf" srcId="{D659D413-BA3E-4801-A2F4-C4D09244BF70}" destId="{AB101D39-F2B6-4A15-A557-AA3C45CCE12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B1E706B-514F-4DC7-87D0-B9E8E0D5316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EB857AB-1022-4AD9-BA62-448F59F45375}">
      <dgm:prSet/>
      <dgm:spPr/>
      <dgm:t>
        <a:bodyPr/>
        <a:lstStyle/>
        <a:p>
          <a:pPr rtl="0"/>
          <a:r>
            <a:rPr lang="en-US" b="0" i="0" dirty="0"/>
            <a:t>The systems perspective was introduced by Ludwig von </a:t>
          </a:r>
          <a:r>
            <a:rPr lang="en-US" b="0" i="0" dirty="0" err="1"/>
            <a:t>Bertalanffy</a:t>
          </a:r>
          <a:r>
            <a:rPr lang="en-US" b="0" i="0" dirty="0"/>
            <a:t> (1956, 1968), who proposed that all systems—physical, biological, or social—have predictable tendencies or behaviors: </a:t>
          </a:r>
        </a:p>
      </dgm:t>
    </dgm:pt>
    <dgm:pt modelId="{F90FA89F-61AB-4C5D-BB26-8C5A37EE1684}" type="parTrans" cxnId="{1332082B-8EFC-4DF5-BAD0-D1A503FDA919}">
      <dgm:prSet/>
      <dgm:spPr/>
      <dgm:t>
        <a:bodyPr/>
        <a:lstStyle/>
        <a:p>
          <a:endParaRPr lang="en-US"/>
        </a:p>
      </dgm:t>
    </dgm:pt>
    <dgm:pt modelId="{56D49B0D-60FF-4093-BB23-F954E52CF75A}" type="sibTrans" cxnId="{1332082B-8EFC-4DF5-BAD0-D1A503FDA919}">
      <dgm:prSet/>
      <dgm:spPr/>
      <dgm:t>
        <a:bodyPr/>
        <a:lstStyle/>
        <a:p>
          <a:endParaRPr lang="en-US"/>
        </a:p>
      </dgm:t>
    </dgm:pt>
    <dgm:pt modelId="{21067061-D0BB-4C6C-BC89-4334311A1427}">
      <dgm:prSet/>
      <dgm:spPr/>
      <dgm:t>
        <a:bodyPr/>
        <a:lstStyle/>
        <a:p>
          <a:pPr rtl="0"/>
          <a:r>
            <a:rPr lang="en-US" b="1" i="0" dirty="0"/>
            <a:t>Open/closed exchange: </a:t>
          </a:r>
          <a:r>
            <a:rPr lang="en-US" b="0" i="0" dirty="0"/>
            <a:t>high or low attention and responsiveness to information about the system that is internal or external to the system </a:t>
          </a:r>
        </a:p>
      </dgm:t>
    </dgm:pt>
    <dgm:pt modelId="{6BFC5F60-88E6-48CF-BA0A-61B98F8876FB}" type="parTrans" cxnId="{CA0732A1-1E15-41DB-BF56-0A1567B38F98}">
      <dgm:prSet/>
      <dgm:spPr/>
      <dgm:t>
        <a:bodyPr/>
        <a:lstStyle/>
        <a:p>
          <a:endParaRPr lang="en-US"/>
        </a:p>
      </dgm:t>
    </dgm:pt>
    <dgm:pt modelId="{A81FFAFB-5338-47D9-BCDE-E2C97477B9B1}" type="sibTrans" cxnId="{CA0732A1-1E15-41DB-BF56-0A1567B38F98}">
      <dgm:prSet/>
      <dgm:spPr/>
      <dgm:t>
        <a:bodyPr/>
        <a:lstStyle/>
        <a:p>
          <a:endParaRPr lang="en-US"/>
        </a:p>
      </dgm:t>
    </dgm:pt>
    <dgm:pt modelId="{5F20F772-0A42-4901-B2D7-C71E68DE41C2}">
      <dgm:prSet/>
      <dgm:spPr/>
      <dgm:t>
        <a:bodyPr/>
        <a:lstStyle/>
        <a:p>
          <a:pPr rtl="0"/>
          <a:r>
            <a:rPr lang="en-US" b="1" i="0" dirty="0"/>
            <a:t>Interdependence: </a:t>
          </a:r>
          <a:r>
            <a:rPr lang="en-US" b="0" i="0" dirty="0"/>
            <a:t>members (subsystems) of the system influence each other simultaneously, and each part is affected by the actions of the other parts </a:t>
          </a:r>
        </a:p>
      </dgm:t>
    </dgm:pt>
    <dgm:pt modelId="{8C9D6B05-0F2B-4257-8791-91AD1140F990}" type="parTrans" cxnId="{B047572F-87AA-47E0-A2BF-BEC69BBCE22E}">
      <dgm:prSet/>
      <dgm:spPr/>
      <dgm:t>
        <a:bodyPr/>
        <a:lstStyle/>
        <a:p>
          <a:endParaRPr lang="en-US"/>
        </a:p>
      </dgm:t>
    </dgm:pt>
    <dgm:pt modelId="{169523C1-F214-4378-A6F6-2F61FABC54F4}" type="sibTrans" cxnId="{B047572F-87AA-47E0-A2BF-BEC69BBCE22E}">
      <dgm:prSet/>
      <dgm:spPr/>
      <dgm:t>
        <a:bodyPr/>
        <a:lstStyle/>
        <a:p>
          <a:endParaRPr lang="en-US"/>
        </a:p>
      </dgm:t>
    </dgm:pt>
    <dgm:pt modelId="{499D4D54-EA1D-4AAD-9E20-5746266B49A2}">
      <dgm:prSet/>
      <dgm:spPr/>
      <dgm:t>
        <a:bodyPr/>
        <a:lstStyle/>
        <a:p>
          <a:pPr rtl="0"/>
          <a:r>
            <a:rPr lang="en-US" b="1" i="0" dirty="0"/>
            <a:t>Homeostasis:</a:t>
          </a:r>
          <a:r>
            <a:rPr lang="en-US" b="0" i="0" dirty="0"/>
            <a:t> participation in maintaining system stability; parts of the system adjust their communications and other behaviors to achieve or retain equilibrium </a:t>
          </a:r>
        </a:p>
      </dgm:t>
    </dgm:pt>
    <dgm:pt modelId="{CEF54A01-DB59-40D5-AA85-A345327F0FCA}" type="parTrans" cxnId="{BF9FE965-8384-4F81-B397-2A4B4BEE6CD5}">
      <dgm:prSet/>
      <dgm:spPr/>
      <dgm:t>
        <a:bodyPr/>
        <a:lstStyle/>
        <a:p>
          <a:endParaRPr lang="en-US"/>
        </a:p>
      </dgm:t>
    </dgm:pt>
    <dgm:pt modelId="{0EF4E005-A65E-4E8F-BE6E-4F164D15F8AC}" type="sibTrans" cxnId="{BF9FE965-8384-4F81-B397-2A4B4BEE6CD5}">
      <dgm:prSet/>
      <dgm:spPr/>
      <dgm:t>
        <a:bodyPr/>
        <a:lstStyle/>
        <a:p>
          <a:endParaRPr lang="en-US"/>
        </a:p>
      </dgm:t>
    </dgm:pt>
    <dgm:pt modelId="{3FAC7710-B799-49AE-9210-3E51948FE2EC}">
      <dgm:prSet/>
      <dgm:spPr/>
      <dgm:t>
        <a:bodyPr/>
        <a:lstStyle/>
        <a:p>
          <a:pPr rtl="0"/>
          <a:r>
            <a:rPr lang="en-US" b="1" i="0" dirty="0"/>
            <a:t>Non - summative:</a:t>
          </a:r>
          <a:r>
            <a:rPr lang="en-US" b="0" i="0" dirty="0"/>
            <a:t> the whole system equals more (is greater than) the sum of its parts</a:t>
          </a:r>
        </a:p>
      </dgm:t>
    </dgm:pt>
    <dgm:pt modelId="{54A06D63-C0C5-4F76-99E0-19331C3C61B1}" type="parTrans" cxnId="{F6B09B21-86AB-4996-A0B0-510EE86673D2}">
      <dgm:prSet/>
      <dgm:spPr/>
      <dgm:t>
        <a:bodyPr/>
        <a:lstStyle/>
        <a:p>
          <a:endParaRPr lang="en-US"/>
        </a:p>
      </dgm:t>
    </dgm:pt>
    <dgm:pt modelId="{6CEC9AD0-F86D-4AB5-A43E-F5DA76A5BB96}" type="sibTrans" cxnId="{F6B09B21-86AB-4996-A0B0-510EE86673D2}">
      <dgm:prSet/>
      <dgm:spPr/>
      <dgm:t>
        <a:bodyPr/>
        <a:lstStyle/>
        <a:p>
          <a:endParaRPr lang="en-US"/>
        </a:p>
      </dgm:t>
    </dgm:pt>
    <dgm:pt modelId="{0BDECD31-C529-4E97-80A3-36A6E7AB309C}" type="pres">
      <dgm:prSet presAssocID="{DB1E706B-514F-4DC7-87D0-B9E8E0D5316A}" presName="linear" presStyleCnt="0">
        <dgm:presLayoutVars>
          <dgm:animLvl val="lvl"/>
          <dgm:resizeHandles val="exact"/>
        </dgm:presLayoutVars>
      </dgm:prSet>
      <dgm:spPr/>
    </dgm:pt>
    <dgm:pt modelId="{1A4A1BE4-B36D-49E3-A981-4F11E582D06F}" type="pres">
      <dgm:prSet presAssocID="{6EB857AB-1022-4AD9-BA62-448F59F45375}" presName="parentText" presStyleLbl="node1" presStyleIdx="0" presStyleCnt="1">
        <dgm:presLayoutVars>
          <dgm:chMax val="0"/>
          <dgm:bulletEnabled val="1"/>
        </dgm:presLayoutVars>
      </dgm:prSet>
      <dgm:spPr/>
    </dgm:pt>
    <dgm:pt modelId="{9AAB49D2-2716-4AEF-82A5-90B9D373E1D6}" type="pres">
      <dgm:prSet presAssocID="{6EB857AB-1022-4AD9-BA62-448F59F45375}" presName="childText" presStyleLbl="revTx" presStyleIdx="0" presStyleCnt="1">
        <dgm:presLayoutVars>
          <dgm:bulletEnabled val="1"/>
        </dgm:presLayoutVars>
      </dgm:prSet>
      <dgm:spPr/>
    </dgm:pt>
  </dgm:ptLst>
  <dgm:cxnLst>
    <dgm:cxn modelId="{F6B09B21-86AB-4996-A0B0-510EE86673D2}" srcId="{6EB857AB-1022-4AD9-BA62-448F59F45375}" destId="{3FAC7710-B799-49AE-9210-3E51948FE2EC}" srcOrd="3" destOrd="0" parTransId="{54A06D63-C0C5-4F76-99E0-19331C3C61B1}" sibTransId="{6CEC9AD0-F86D-4AB5-A43E-F5DA76A5BB96}"/>
    <dgm:cxn modelId="{1332082B-8EFC-4DF5-BAD0-D1A503FDA919}" srcId="{DB1E706B-514F-4DC7-87D0-B9E8E0D5316A}" destId="{6EB857AB-1022-4AD9-BA62-448F59F45375}" srcOrd="0" destOrd="0" parTransId="{F90FA89F-61AB-4C5D-BB26-8C5A37EE1684}" sibTransId="{56D49B0D-60FF-4093-BB23-F954E52CF75A}"/>
    <dgm:cxn modelId="{B047572F-87AA-47E0-A2BF-BEC69BBCE22E}" srcId="{6EB857AB-1022-4AD9-BA62-448F59F45375}" destId="{5F20F772-0A42-4901-B2D7-C71E68DE41C2}" srcOrd="1" destOrd="0" parTransId="{8C9D6B05-0F2B-4257-8791-91AD1140F990}" sibTransId="{169523C1-F214-4378-A6F6-2F61FABC54F4}"/>
    <dgm:cxn modelId="{BF9FE965-8384-4F81-B397-2A4B4BEE6CD5}" srcId="{6EB857AB-1022-4AD9-BA62-448F59F45375}" destId="{499D4D54-EA1D-4AAD-9E20-5746266B49A2}" srcOrd="2" destOrd="0" parTransId="{CEF54A01-DB59-40D5-AA85-A345327F0FCA}" sibTransId="{0EF4E005-A65E-4E8F-BE6E-4F164D15F8AC}"/>
    <dgm:cxn modelId="{A09F6088-7B3D-4EA2-8C5D-41C843D01CA7}" type="presOf" srcId="{499D4D54-EA1D-4AAD-9E20-5746266B49A2}" destId="{9AAB49D2-2716-4AEF-82A5-90B9D373E1D6}" srcOrd="0" destOrd="2" presId="urn:microsoft.com/office/officeart/2005/8/layout/vList2"/>
    <dgm:cxn modelId="{14A40495-4CA5-4370-9ADA-56BB06C6BCE3}" type="presOf" srcId="{3FAC7710-B799-49AE-9210-3E51948FE2EC}" destId="{9AAB49D2-2716-4AEF-82A5-90B9D373E1D6}" srcOrd="0" destOrd="3" presId="urn:microsoft.com/office/officeart/2005/8/layout/vList2"/>
    <dgm:cxn modelId="{CA0732A1-1E15-41DB-BF56-0A1567B38F98}" srcId="{6EB857AB-1022-4AD9-BA62-448F59F45375}" destId="{21067061-D0BB-4C6C-BC89-4334311A1427}" srcOrd="0" destOrd="0" parTransId="{6BFC5F60-88E6-48CF-BA0A-61B98F8876FB}" sibTransId="{A81FFAFB-5338-47D9-BCDE-E2C97477B9B1}"/>
    <dgm:cxn modelId="{5B9A78B7-0147-487E-9C09-75C4542803EB}" type="presOf" srcId="{6EB857AB-1022-4AD9-BA62-448F59F45375}" destId="{1A4A1BE4-B36D-49E3-A981-4F11E582D06F}" srcOrd="0" destOrd="0" presId="urn:microsoft.com/office/officeart/2005/8/layout/vList2"/>
    <dgm:cxn modelId="{70B368DA-FDF4-4E13-AAE8-911E6CDA97DD}" type="presOf" srcId="{DB1E706B-514F-4DC7-87D0-B9E8E0D5316A}" destId="{0BDECD31-C529-4E97-80A3-36A6E7AB309C}" srcOrd="0" destOrd="0" presId="urn:microsoft.com/office/officeart/2005/8/layout/vList2"/>
    <dgm:cxn modelId="{7D469AF7-FD7A-46CE-8A6A-88CD546E7C4C}" type="presOf" srcId="{5F20F772-0A42-4901-B2D7-C71E68DE41C2}" destId="{9AAB49D2-2716-4AEF-82A5-90B9D373E1D6}" srcOrd="0" destOrd="1" presId="urn:microsoft.com/office/officeart/2005/8/layout/vList2"/>
    <dgm:cxn modelId="{45CC2AFF-E1D4-40C3-9E42-35E0EBDE7C99}" type="presOf" srcId="{21067061-D0BB-4C6C-BC89-4334311A1427}" destId="{9AAB49D2-2716-4AEF-82A5-90B9D373E1D6}" srcOrd="0" destOrd="0" presId="urn:microsoft.com/office/officeart/2005/8/layout/vList2"/>
    <dgm:cxn modelId="{1E17064B-823D-4D0F-B286-0CBBEA4A2C37}" type="presParOf" srcId="{0BDECD31-C529-4E97-80A3-36A6E7AB309C}" destId="{1A4A1BE4-B36D-49E3-A981-4F11E582D06F}" srcOrd="0" destOrd="0" presId="urn:microsoft.com/office/officeart/2005/8/layout/vList2"/>
    <dgm:cxn modelId="{56CA6AB7-4D32-41DC-90F2-26DFD09C27C5}" type="presParOf" srcId="{0BDECD31-C529-4E97-80A3-36A6E7AB309C}" destId="{9AAB49D2-2716-4AEF-82A5-90B9D373E1D6}"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036067D-D143-403B-89E7-ECE213F4F89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F9B923B-A94C-4D06-863C-0B7A119BBDF5}">
      <dgm:prSet/>
      <dgm:spPr/>
      <dgm:t>
        <a:bodyPr/>
        <a:lstStyle/>
        <a:p>
          <a:pPr rtl="0"/>
          <a:r>
            <a:rPr lang="en-US" b="0" i="0" dirty="0"/>
            <a:t>Hierarchical organizational structure is an organizational structure in which all the people associated with a project are grouped into functional departments that report directly within the vertical line of command of the organization.</a:t>
          </a:r>
          <a:endParaRPr lang="en-US" dirty="0"/>
        </a:p>
      </dgm:t>
    </dgm:pt>
    <dgm:pt modelId="{F8B3430B-1FFC-4428-9D9A-D179AAD3CAF6}" type="parTrans" cxnId="{2E5BE8F2-33E3-4B02-9A49-662F375E003F}">
      <dgm:prSet/>
      <dgm:spPr/>
      <dgm:t>
        <a:bodyPr/>
        <a:lstStyle/>
        <a:p>
          <a:endParaRPr lang="en-US"/>
        </a:p>
      </dgm:t>
    </dgm:pt>
    <dgm:pt modelId="{44347BCF-5311-4E8A-8116-C6CF08CB7212}" type="sibTrans" cxnId="{2E5BE8F2-33E3-4B02-9A49-662F375E003F}">
      <dgm:prSet/>
      <dgm:spPr/>
      <dgm:t>
        <a:bodyPr/>
        <a:lstStyle/>
        <a:p>
          <a:endParaRPr lang="en-US"/>
        </a:p>
      </dgm:t>
    </dgm:pt>
    <dgm:pt modelId="{E3056595-7D1E-4655-AC67-8C60C52725F2}">
      <dgm:prSet/>
      <dgm:spPr/>
      <dgm:t>
        <a:bodyPr/>
        <a:lstStyle/>
        <a:p>
          <a:pPr rtl="0"/>
          <a:r>
            <a:rPr lang="en-US" b="0" i="0" dirty="0"/>
            <a:t>Matrix organizational structure is an organizational structure in which people are grouped based on the functions they perform. These people may not report directly within the vertical line of command of the organization.</a:t>
          </a:r>
        </a:p>
      </dgm:t>
    </dgm:pt>
    <dgm:pt modelId="{D842B944-AC34-4F7D-B7F2-95B0B56B8786}" type="parTrans" cxnId="{51BB39C6-74E5-4336-ADA6-72376ED59D88}">
      <dgm:prSet/>
      <dgm:spPr/>
      <dgm:t>
        <a:bodyPr/>
        <a:lstStyle/>
        <a:p>
          <a:endParaRPr lang="en-US"/>
        </a:p>
      </dgm:t>
    </dgm:pt>
    <dgm:pt modelId="{BE3C47EA-79F4-4926-A7CA-D0798DE2FD57}" type="sibTrans" cxnId="{51BB39C6-74E5-4336-ADA6-72376ED59D88}">
      <dgm:prSet/>
      <dgm:spPr/>
      <dgm:t>
        <a:bodyPr/>
        <a:lstStyle/>
        <a:p>
          <a:endParaRPr lang="en-US"/>
        </a:p>
      </dgm:t>
    </dgm:pt>
    <dgm:pt modelId="{1C082C5D-881A-4F49-BAF5-4771CBF4F3B1}" type="pres">
      <dgm:prSet presAssocID="{9036067D-D143-403B-89E7-ECE213F4F893}" presName="linear" presStyleCnt="0">
        <dgm:presLayoutVars>
          <dgm:animLvl val="lvl"/>
          <dgm:resizeHandles val="exact"/>
        </dgm:presLayoutVars>
      </dgm:prSet>
      <dgm:spPr/>
    </dgm:pt>
    <dgm:pt modelId="{39279F83-E4B0-43DE-AC12-8084B2CDDD2D}" type="pres">
      <dgm:prSet presAssocID="{DF9B923B-A94C-4D06-863C-0B7A119BBDF5}" presName="parentText" presStyleLbl="node1" presStyleIdx="0" presStyleCnt="2">
        <dgm:presLayoutVars>
          <dgm:chMax val="0"/>
          <dgm:bulletEnabled val="1"/>
        </dgm:presLayoutVars>
      </dgm:prSet>
      <dgm:spPr/>
    </dgm:pt>
    <dgm:pt modelId="{1C473494-43F5-4F42-A1C4-D54F6DD9D904}" type="pres">
      <dgm:prSet presAssocID="{44347BCF-5311-4E8A-8116-C6CF08CB7212}" presName="spacer" presStyleCnt="0"/>
      <dgm:spPr/>
    </dgm:pt>
    <dgm:pt modelId="{88A075FB-7335-4AD5-9068-D1822E843A86}" type="pres">
      <dgm:prSet presAssocID="{E3056595-7D1E-4655-AC67-8C60C52725F2}" presName="parentText" presStyleLbl="node1" presStyleIdx="1" presStyleCnt="2">
        <dgm:presLayoutVars>
          <dgm:chMax val="0"/>
          <dgm:bulletEnabled val="1"/>
        </dgm:presLayoutVars>
      </dgm:prSet>
      <dgm:spPr/>
    </dgm:pt>
  </dgm:ptLst>
  <dgm:cxnLst>
    <dgm:cxn modelId="{675C9154-CC65-487F-94FF-F4A5921F8B19}" type="presOf" srcId="{DF9B923B-A94C-4D06-863C-0B7A119BBDF5}" destId="{39279F83-E4B0-43DE-AC12-8084B2CDDD2D}" srcOrd="0" destOrd="0" presId="urn:microsoft.com/office/officeart/2005/8/layout/vList2"/>
    <dgm:cxn modelId="{24BABDC5-81A2-45D5-A270-60D449753435}" type="presOf" srcId="{E3056595-7D1E-4655-AC67-8C60C52725F2}" destId="{88A075FB-7335-4AD5-9068-D1822E843A86}" srcOrd="0" destOrd="0" presId="urn:microsoft.com/office/officeart/2005/8/layout/vList2"/>
    <dgm:cxn modelId="{51BB39C6-74E5-4336-ADA6-72376ED59D88}" srcId="{9036067D-D143-403B-89E7-ECE213F4F893}" destId="{E3056595-7D1E-4655-AC67-8C60C52725F2}" srcOrd="1" destOrd="0" parTransId="{D842B944-AC34-4F7D-B7F2-95B0B56B8786}" sibTransId="{BE3C47EA-79F4-4926-A7CA-D0798DE2FD57}"/>
    <dgm:cxn modelId="{59F659E9-51FC-44B4-BEDF-3272EC247828}" type="presOf" srcId="{9036067D-D143-403B-89E7-ECE213F4F893}" destId="{1C082C5D-881A-4F49-BAF5-4771CBF4F3B1}" srcOrd="0" destOrd="0" presId="urn:microsoft.com/office/officeart/2005/8/layout/vList2"/>
    <dgm:cxn modelId="{2E5BE8F2-33E3-4B02-9A49-662F375E003F}" srcId="{9036067D-D143-403B-89E7-ECE213F4F893}" destId="{DF9B923B-A94C-4D06-863C-0B7A119BBDF5}" srcOrd="0" destOrd="0" parTransId="{F8B3430B-1FFC-4428-9D9A-D179AAD3CAF6}" sibTransId="{44347BCF-5311-4E8A-8116-C6CF08CB7212}"/>
    <dgm:cxn modelId="{50F7CB74-80CE-48B4-ACDE-B1841DDBF8E7}" type="presParOf" srcId="{1C082C5D-881A-4F49-BAF5-4771CBF4F3B1}" destId="{39279F83-E4B0-43DE-AC12-8084B2CDDD2D}" srcOrd="0" destOrd="0" presId="urn:microsoft.com/office/officeart/2005/8/layout/vList2"/>
    <dgm:cxn modelId="{D8DED990-34C9-47F0-B6D1-44917811FC7A}" type="presParOf" srcId="{1C082C5D-881A-4F49-BAF5-4771CBF4F3B1}" destId="{1C473494-43F5-4F42-A1C4-D54F6DD9D904}" srcOrd="1" destOrd="0" presId="urn:microsoft.com/office/officeart/2005/8/layout/vList2"/>
    <dgm:cxn modelId="{44C39795-D743-463D-9A9D-B6460E1C7C4A}" type="presParOf" srcId="{1C082C5D-881A-4F49-BAF5-4771CBF4F3B1}" destId="{88A075FB-7335-4AD5-9068-D1822E843A8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7462860-A688-4A3D-93B4-869F6562F5D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5D8D014-9A49-458B-835F-FF81BB424136}">
      <dgm:prSet custT="1"/>
      <dgm:spPr/>
      <dgm:t>
        <a:bodyPr/>
        <a:lstStyle/>
        <a:p>
          <a:pPr rtl="0"/>
          <a:r>
            <a:rPr lang="en-US" sz="2400" b="0" i="0" dirty="0"/>
            <a:t>The hierarchical structure of an organization as represented in an organization chart, is characterized by:</a:t>
          </a:r>
          <a:endParaRPr lang="en-US" sz="2400" dirty="0"/>
        </a:p>
      </dgm:t>
    </dgm:pt>
    <dgm:pt modelId="{8986234F-79D1-4CCB-A012-A065927E4164}" type="parTrans" cxnId="{104508B3-D664-4048-B4CF-6136A709AC38}">
      <dgm:prSet/>
      <dgm:spPr/>
      <dgm:t>
        <a:bodyPr/>
        <a:lstStyle/>
        <a:p>
          <a:endParaRPr lang="en-US" sz="1800"/>
        </a:p>
      </dgm:t>
    </dgm:pt>
    <dgm:pt modelId="{F357E230-3102-44BE-A61E-1E25EAA885AD}" type="sibTrans" cxnId="{104508B3-D664-4048-B4CF-6136A709AC38}">
      <dgm:prSet/>
      <dgm:spPr/>
      <dgm:t>
        <a:bodyPr/>
        <a:lstStyle/>
        <a:p>
          <a:endParaRPr lang="en-US" sz="1800"/>
        </a:p>
      </dgm:t>
    </dgm:pt>
    <dgm:pt modelId="{EEA51804-DF1E-43FD-BC81-AD9F5E8C1641}">
      <dgm:prSet custT="1"/>
      <dgm:spPr/>
      <dgm:t>
        <a:bodyPr/>
        <a:lstStyle/>
        <a:p>
          <a:pPr rtl="0"/>
          <a:r>
            <a:rPr lang="en-US" sz="1800" b="0" i="0" dirty="0"/>
            <a:t>The vertical division of </a:t>
          </a:r>
          <a:r>
            <a:rPr lang="en-US" sz="1800" b="0" i="0" dirty="0" err="1"/>
            <a:t>labour</a:t>
          </a:r>
          <a:r>
            <a:rPr lang="en-US" sz="1800" b="0" i="0" dirty="0"/>
            <a:t> (with the creation of departments) and</a:t>
          </a:r>
          <a:endParaRPr lang="en-US" sz="1800" dirty="0"/>
        </a:p>
      </dgm:t>
    </dgm:pt>
    <dgm:pt modelId="{C47F4F85-9FA8-4396-84B4-C2746FBD138C}" type="parTrans" cxnId="{CA2A399A-A39B-45B9-9CDC-DA234BF97DDD}">
      <dgm:prSet/>
      <dgm:spPr/>
      <dgm:t>
        <a:bodyPr/>
        <a:lstStyle/>
        <a:p>
          <a:endParaRPr lang="en-US" sz="1800"/>
        </a:p>
      </dgm:t>
    </dgm:pt>
    <dgm:pt modelId="{9BECADD2-3DFC-42FD-8C5C-40BF87E2567E}" type="sibTrans" cxnId="{CA2A399A-A39B-45B9-9CDC-DA234BF97DDD}">
      <dgm:prSet/>
      <dgm:spPr/>
      <dgm:t>
        <a:bodyPr/>
        <a:lstStyle/>
        <a:p>
          <a:endParaRPr lang="en-US" sz="1800"/>
        </a:p>
      </dgm:t>
    </dgm:pt>
    <dgm:pt modelId="{4D710F56-9C3D-4A41-B8C5-31D2EB6BABA1}">
      <dgm:prSet custT="1"/>
      <dgm:spPr/>
      <dgm:t>
        <a:bodyPr/>
        <a:lstStyle/>
        <a:p>
          <a:pPr rtl="0"/>
          <a:r>
            <a:rPr lang="en-US" sz="1800" b="0" i="0" dirty="0"/>
            <a:t>The horizontal division of </a:t>
          </a:r>
          <a:r>
            <a:rPr lang="en-US" sz="1800" b="0" i="0" dirty="0" err="1"/>
            <a:t>labour</a:t>
          </a:r>
          <a:r>
            <a:rPr lang="en-US" sz="1800" b="0" i="0" dirty="0"/>
            <a:t> (with the creation of administrative levels).</a:t>
          </a:r>
          <a:endParaRPr lang="en-US" sz="1800" dirty="0"/>
        </a:p>
      </dgm:t>
    </dgm:pt>
    <dgm:pt modelId="{D6FA7972-3F71-45D9-B6A0-8CA9A2380199}" type="parTrans" cxnId="{D31D49DF-C05B-4053-B9A2-A569E1BD6393}">
      <dgm:prSet/>
      <dgm:spPr/>
      <dgm:t>
        <a:bodyPr/>
        <a:lstStyle/>
        <a:p>
          <a:endParaRPr lang="en-US" sz="1800"/>
        </a:p>
      </dgm:t>
    </dgm:pt>
    <dgm:pt modelId="{DD08395E-2953-425D-A898-EE411105587A}" type="sibTrans" cxnId="{D31D49DF-C05B-4053-B9A2-A569E1BD6393}">
      <dgm:prSet/>
      <dgm:spPr/>
      <dgm:t>
        <a:bodyPr/>
        <a:lstStyle/>
        <a:p>
          <a:endParaRPr lang="en-US" sz="1800"/>
        </a:p>
      </dgm:t>
    </dgm:pt>
    <dgm:pt modelId="{67DD99C3-18E5-4DA7-849A-18F5C28B57DB}">
      <dgm:prSet custT="1"/>
      <dgm:spPr/>
      <dgm:t>
        <a:bodyPr/>
        <a:lstStyle/>
        <a:p>
          <a:pPr rtl="0"/>
          <a:r>
            <a:rPr lang="en-US" sz="1800" b="0" i="0" dirty="0"/>
            <a:t>The horizontal division of an organization can be assumed that it divides the management at three levels:</a:t>
          </a:r>
          <a:endParaRPr lang="en-US" sz="1800" dirty="0"/>
        </a:p>
      </dgm:t>
    </dgm:pt>
    <dgm:pt modelId="{C38E864C-C8E3-48E7-B25D-4F55794B48F5}" type="parTrans" cxnId="{975DF9DD-AE3A-4FA0-8065-D2E43AD27E20}">
      <dgm:prSet/>
      <dgm:spPr/>
      <dgm:t>
        <a:bodyPr/>
        <a:lstStyle/>
        <a:p>
          <a:endParaRPr lang="en-US" sz="1800"/>
        </a:p>
      </dgm:t>
    </dgm:pt>
    <dgm:pt modelId="{4D82A974-CD3B-4B78-AB00-20CEE0ECA722}" type="sibTrans" cxnId="{975DF9DD-AE3A-4FA0-8065-D2E43AD27E20}">
      <dgm:prSet/>
      <dgm:spPr/>
      <dgm:t>
        <a:bodyPr/>
        <a:lstStyle/>
        <a:p>
          <a:endParaRPr lang="en-US" sz="1800"/>
        </a:p>
      </dgm:t>
    </dgm:pt>
    <dgm:pt modelId="{4AA0CD9F-8092-4EDD-9900-02E6BCEFB730}">
      <dgm:prSet custT="1"/>
      <dgm:spPr/>
      <dgm:t>
        <a:bodyPr/>
        <a:lstStyle/>
        <a:p>
          <a:pPr rtl="0"/>
          <a:r>
            <a:rPr lang="en-US" sz="1800" b="0" i="0" dirty="0"/>
            <a:t>The senior managers who form the strategic level of the organization</a:t>
          </a:r>
        </a:p>
      </dgm:t>
    </dgm:pt>
    <dgm:pt modelId="{75DBFAEE-57EE-4EE2-AE50-D3C0C6E701F2}" type="parTrans" cxnId="{334E5469-6490-47F3-8F05-B9850DECE26D}">
      <dgm:prSet/>
      <dgm:spPr/>
      <dgm:t>
        <a:bodyPr/>
        <a:lstStyle/>
        <a:p>
          <a:endParaRPr lang="en-US" sz="1800"/>
        </a:p>
      </dgm:t>
    </dgm:pt>
    <dgm:pt modelId="{34252EE8-FC02-49A4-9616-F8220767D306}" type="sibTrans" cxnId="{334E5469-6490-47F3-8F05-B9850DECE26D}">
      <dgm:prSet/>
      <dgm:spPr/>
      <dgm:t>
        <a:bodyPr/>
        <a:lstStyle/>
        <a:p>
          <a:endParaRPr lang="en-US" sz="1800"/>
        </a:p>
      </dgm:t>
    </dgm:pt>
    <dgm:pt modelId="{BD842425-51C3-4914-944F-62189E620D73}">
      <dgm:prSet custT="1"/>
      <dgm:spPr/>
      <dgm:t>
        <a:bodyPr/>
        <a:lstStyle/>
        <a:p>
          <a:pPr rtl="0"/>
          <a:r>
            <a:rPr lang="en-US" sz="1800" b="0" i="0" dirty="0"/>
            <a:t>The middle managers who form the tactical level</a:t>
          </a:r>
          <a:endParaRPr lang="en-US" sz="1800" dirty="0"/>
        </a:p>
      </dgm:t>
    </dgm:pt>
    <dgm:pt modelId="{29F88207-2A86-4BC1-BD6D-705BC184C6DC}" type="parTrans" cxnId="{DF0526AB-B677-437E-AC6B-D65B07759B1D}">
      <dgm:prSet/>
      <dgm:spPr/>
      <dgm:t>
        <a:bodyPr/>
        <a:lstStyle/>
        <a:p>
          <a:endParaRPr lang="en-US" sz="1800"/>
        </a:p>
      </dgm:t>
    </dgm:pt>
    <dgm:pt modelId="{E475F263-6438-47E4-A9C0-2BAAA74ADF6C}" type="sibTrans" cxnId="{DF0526AB-B677-437E-AC6B-D65B07759B1D}">
      <dgm:prSet/>
      <dgm:spPr/>
      <dgm:t>
        <a:bodyPr/>
        <a:lstStyle/>
        <a:p>
          <a:endParaRPr lang="en-US" sz="1800"/>
        </a:p>
      </dgm:t>
    </dgm:pt>
    <dgm:pt modelId="{5DA1B8B1-FDF3-47FA-822E-7BFA24D9981B}">
      <dgm:prSet custT="1"/>
      <dgm:spPr/>
      <dgm:t>
        <a:bodyPr/>
        <a:lstStyle/>
        <a:p>
          <a:pPr rtl="0"/>
          <a:r>
            <a:rPr lang="en-US" sz="1800" b="0" i="0" dirty="0"/>
            <a:t>The low level executives who form the functional level</a:t>
          </a:r>
          <a:endParaRPr lang="en-US" sz="1800" dirty="0"/>
        </a:p>
      </dgm:t>
    </dgm:pt>
    <dgm:pt modelId="{8B52E6BD-77E4-4DAE-BDEC-4048ABBC598F}" type="parTrans" cxnId="{75466AA5-B59B-4BAB-8F7E-A02AE679B627}">
      <dgm:prSet/>
      <dgm:spPr/>
      <dgm:t>
        <a:bodyPr/>
        <a:lstStyle/>
        <a:p>
          <a:endParaRPr lang="en-US" sz="1800"/>
        </a:p>
      </dgm:t>
    </dgm:pt>
    <dgm:pt modelId="{AD88BA1A-2A54-4736-B2F7-793BEDCF0CCB}" type="sibTrans" cxnId="{75466AA5-B59B-4BAB-8F7E-A02AE679B627}">
      <dgm:prSet/>
      <dgm:spPr/>
      <dgm:t>
        <a:bodyPr/>
        <a:lstStyle/>
        <a:p>
          <a:endParaRPr lang="en-US" sz="1800"/>
        </a:p>
      </dgm:t>
    </dgm:pt>
    <dgm:pt modelId="{E6F3B747-8E23-4FFA-B18E-364FDE9A5DBE}">
      <dgm:prSet custT="1"/>
      <dgm:spPr/>
      <dgm:t>
        <a:bodyPr/>
        <a:lstStyle/>
        <a:p>
          <a:pPr rtl="0"/>
          <a:r>
            <a:rPr lang="en-US" sz="1800" b="0" i="0" dirty="0"/>
            <a:t>The vertical division of </a:t>
          </a:r>
          <a:r>
            <a:rPr lang="en-US" sz="1800" b="0" i="0" dirty="0" err="1"/>
            <a:t>labour</a:t>
          </a:r>
          <a:r>
            <a:rPr lang="en-US" sz="1800" b="0" i="0" dirty="0"/>
            <a:t> defines the various activities that are necessary for the operation of the business (production, sales, research and development etc.)</a:t>
          </a:r>
        </a:p>
      </dgm:t>
    </dgm:pt>
    <dgm:pt modelId="{3B6AE84A-C3CF-4FAA-8C11-27834BA449F3}" type="parTrans" cxnId="{46EF7B50-D801-43C3-B73B-E6B9257E5025}">
      <dgm:prSet/>
      <dgm:spPr/>
      <dgm:t>
        <a:bodyPr/>
        <a:lstStyle/>
        <a:p>
          <a:endParaRPr lang="en-US" sz="1800"/>
        </a:p>
      </dgm:t>
    </dgm:pt>
    <dgm:pt modelId="{C36C916F-4A9D-4976-BA9C-E501C50571EC}" type="sibTrans" cxnId="{46EF7B50-D801-43C3-B73B-E6B9257E5025}">
      <dgm:prSet/>
      <dgm:spPr/>
      <dgm:t>
        <a:bodyPr/>
        <a:lstStyle/>
        <a:p>
          <a:endParaRPr lang="en-US" sz="1800"/>
        </a:p>
      </dgm:t>
    </dgm:pt>
    <dgm:pt modelId="{2E645EB7-1282-47F9-9910-5854243464FF}" type="pres">
      <dgm:prSet presAssocID="{17462860-A688-4A3D-93B4-869F6562F5D0}" presName="linear" presStyleCnt="0">
        <dgm:presLayoutVars>
          <dgm:dir/>
          <dgm:animLvl val="lvl"/>
          <dgm:resizeHandles val="exact"/>
        </dgm:presLayoutVars>
      </dgm:prSet>
      <dgm:spPr/>
    </dgm:pt>
    <dgm:pt modelId="{40BE0262-9CDF-4C14-B6DB-76F2E5620725}" type="pres">
      <dgm:prSet presAssocID="{35D8D014-9A49-458B-835F-FF81BB424136}" presName="parentLin" presStyleCnt="0"/>
      <dgm:spPr/>
    </dgm:pt>
    <dgm:pt modelId="{839620A4-D457-45E8-822B-222BE4B15A01}" type="pres">
      <dgm:prSet presAssocID="{35D8D014-9A49-458B-835F-FF81BB424136}" presName="parentLeftMargin" presStyleLbl="node1" presStyleIdx="0" presStyleCnt="1"/>
      <dgm:spPr/>
    </dgm:pt>
    <dgm:pt modelId="{0F32B524-F01A-4420-B8BA-E84AD84431E5}" type="pres">
      <dgm:prSet presAssocID="{35D8D014-9A49-458B-835F-FF81BB424136}" presName="parentText" presStyleLbl="node1" presStyleIdx="0" presStyleCnt="1" custScaleX="107003">
        <dgm:presLayoutVars>
          <dgm:chMax val="0"/>
          <dgm:bulletEnabled val="1"/>
        </dgm:presLayoutVars>
      </dgm:prSet>
      <dgm:spPr/>
    </dgm:pt>
    <dgm:pt modelId="{9BCEC728-7B72-468B-B839-01B93B1283BC}" type="pres">
      <dgm:prSet presAssocID="{35D8D014-9A49-458B-835F-FF81BB424136}" presName="negativeSpace" presStyleCnt="0"/>
      <dgm:spPr/>
    </dgm:pt>
    <dgm:pt modelId="{412BEB8A-291F-4852-B99C-6C42E6CFED6F}" type="pres">
      <dgm:prSet presAssocID="{35D8D014-9A49-458B-835F-FF81BB424136}" presName="childText" presStyleLbl="conFgAcc1" presStyleIdx="0" presStyleCnt="1">
        <dgm:presLayoutVars>
          <dgm:bulletEnabled val="1"/>
        </dgm:presLayoutVars>
      </dgm:prSet>
      <dgm:spPr/>
    </dgm:pt>
  </dgm:ptLst>
  <dgm:cxnLst>
    <dgm:cxn modelId="{C461581D-23BC-4D76-8B55-31CD5ABDA844}" type="presOf" srcId="{67DD99C3-18E5-4DA7-849A-18F5C28B57DB}" destId="{412BEB8A-291F-4852-B99C-6C42E6CFED6F}" srcOrd="0" destOrd="2" presId="urn:microsoft.com/office/officeart/2005/8/layout/list1"/>
    <dgm:cxn modelId="{3EB94A27-F6C0-48B7-B4C1-E9C01FE71996}" type="presOf" srcId="{5DA1B8B1-FDF3-47FA-822E-7BFA24D9981B}" destId="{412BEB8A-291F-4852-B99C-6C42E6CFED6F}" srcOrd="0" destOrd="5" presId="urn:microsoft.com/office/officeart/2005/8/layout/list1"/>
    <dgm:cxn modelId="{A6CF9430-DF43-4550-B9A4-63F962BC7527}" type="presOf" srcId="{EEA51804-DF1E-43FD-BC81-AD9F5E8C1641}" destId="{412BEB8A-291F-4852-B99C-6C42E6CFED6F}" srcOrd="0" destOrd="0" presId="urn:microsoft.com/office/officeart/2005/8/layout/list1"/>
    <dgm:cxn modelId="{7C1BBC3A-4ACB-4AFB-96F7-970CBAFBCF07}" type="presOf" srcId="{4D710F56-9C3D-4A41-B8C5-31D2EB6BABA1}" destId="{412BEB8A-291F-4852-B99C-6C42E6CFED6F}" srcOrd="0" destOrd="1" presId="urn:microsoft.com/office/officeart/2005/8/layout/list1"/>
    <dgm:cxn modelId="{FF812D46-BA9E-4371-9979-1BC1B8433BFC}" type="presOf" srcId="{35D8D014-9A49-458B-835F-FF81BB424136}" destId="{0F32B524-F01A-4420-B8BA-E84AD84431E5}" srcOrd="1" destOrd="0" presId="urn:microsoft.com/office/officeart/2005/8/layout/list1"/>
    <dgm:cxn modelId="{334E5469-6490-47F3-8F05-B9850DECE26D}" srcId="{67DD99C3-18E5-4DA7-849A-18F5C28B57DB}" destId="{4AA0CD9F-8092-4EDD-9900-02E6BCEFB730}" srcOrd="0" destOrd="0" parTransId="{75DBFAEE-57EE-4EE2-AE50-D3C0C6E701F2}" sibTransId="{34252EE8-FC02-49A4-9616-F8220767D306}"/>
    <dgm:cxn modelId="{46EF7B50-D801-43C3-B73B-E6B9257E5025}" srcId="{35D8D014-9A49-458B-835F-FF81BB424136}" destId="{E6F3B747-8E23-4FFA-B18E-364FDE9A5DBE}" srcOrd="3" destOrd="0" parTransId="{3B6AE84A-C3CF-4FAA-8C11-27834BA449F3}" sibTransId="{C36C916F-4A9D-4976-BA9C-E501C50571EC}"/>
    <dgm:cxn modelId="{FE11D377-3EC0-48BE-A2DE-35D6EC160711}" type="presOf" srcId="{17462860-A688-4A3D-93B4-869F6562F5D0}" destId="{2E645EB7-1282-47F9-9910-5854243464FF}" srcOrd="0" destOrd="0" presId="urn:microsoft.com/office/officeart/2005/8/layout/list1"/>
    <dgm:cxn modelId="{EA647C7F-E0DF-41C2-8372-CD69730F10A3}" type="presOf" srcId="{35D8D014-9A49-458B-835F-FF81BB424136}" destId="{839620A4-D457-45E8-822B-222BE4B15A01}" srcOrd="0" destOrd="0" presId="urn:microsoft.com/office/officeart/2005/8/layout/list1"/>
    <dgm:cxn modelId="{3115B48E-0DBF-43C5-93F8-A9C58ACF8832}" type="presOf" srcId="{4AA0CD9F-8092-4EDD-9900-02E6BCEFB730}" destId="{412BEB8A-291F-4852-B99C-6C42E6CFED6F}" srcOrd="0" destOrd="3" presId="urn:microsoft.com/office/officeart/2005/8/layout/list1"/>
    <dgm:cxn modelId="{CA2A399A-A39B-45B9-9CDC-DA234BF97DDD}" srcId="{35D8D014-9A49-458B-835F-FF81BB424136}" destId="{EEA51804-DF1E-43FD-BC81-AD9F5E8C1641}" srcOrd="0" destOrd="0" parTransId="{C47F4F85-9FA8-4396-84B4-C2746FBD138C}" sibTransId="{9BECADD2-3DFC-42FD-8C5C-40BF87E2567E}"/>
    <dgm:cxn modelId="{B3776C9C-8F68-4983-94E0-65CBBCBA55B9}" type="presOf" srcId="{E6F3B747-8E23-4FFA-B18E-364FDE9A5DBE}" destId="{412BEB8A-291F-4852-B99C-6C42E6CFED6F}" srcOrd="0" destOrd="6" presId="urn:microsoft.com/office/officeart/2005/8/layout/list1"/>
    <dgm:cxn modelId="{75466AA5-B59B-4BAB-8F7E-A02AE679B627}" srcId="{67DD99C3-18E5-4DA7-849A-18F5C28B57DB}" destId="{5DA1B8B1-FDF3-47FA-822E-7BFA24D9981B}" srcOrd="2" destOrd="0" parTransId="{8B52E6BD-77E4-4DAE-BDEC-4048ABBC598F}" sibTransId="{AD88BA1A-2A54-4736-B2F7-793BEDCF0CCB}"/>
    <dgm:cxn modelId="{DF0526AB-B677-437E-AC6B-D65B07759B1D}" srcId="{67DD99C3-18E5-4DA7-849A-18F5C28B57DB}" destId="{BD842425-51C3-4914-944F-62189E620D73}" srcOrd="1" destOrd="0" parTransId="{29F88207-2A86-4BC1-BD6D-705BC184C6DC}" sibTransId="{E475F263-6438-47E4-A9C0-2BAAA74ADF6C}"/>
    <dgm:cxn modelId="{104508B3-D664-4048-B4CF-6136A709AC38}" srcId="{17462860-A688-4A3D-93B4-869F6562F5D0}" destId="{35D8D014-9A49-458B-835F-FF81BB424136}" srcOrd="0" destOrd="0" parTransId="{8986234F-79D1-4CCB-A012-A065927E4164}" sibTransId="{F357E230-3102-44BE-A61E-1E25EAA885AD}"/>
    <dgm:cxn modelId="{975DF9DD-AE3A-4FA0-8065-D2E43AD27E20}" srcId="{35D8D014-9A49-458B-835F-FF81BB424136}" destId="{67DD99C3-18E5-4DA7-849A-18F5C28B57DB}" srcOrd="2" destOrd="0" parTransId="{C38E864C-C8E3-48E7-B25D-4F55794B48F5}" sibTransId="{4D82A974-CD3B-4B78-AB00-20CEE0ECA722}"/>
    <dgm:cxn modelId="{D31D49DF-C05B-4053-B9A2-A569E1BD6393}" srcId="{35D8D014-9A49-458B-835F-FF81BB424136}" destId="{4D710F56-9C3D-4A41-B8C5-31D2EB6BABA1}" srcOrd="1" destOrd="0" parTransId="{D6FA7972-3F71-45D9-B6A0-8CA9A2380199}" sibTransId="{DD08395E-2953-425D-A898-EE411105587A}"/>
    <dgm:cxn modelId="{590975E7-3FAA-4BC5-8B12-2DAF2C089011}" type="presOf" srcId="{BD842425-51C3-4914-944F-62189E620D73}" destId="{412BEB8A-291F-4852-B99C-6C42E6CFED6F}" srcOrd="0" destOrd="4" presId="urn:microsoft.com/office/officeart/2005/8/layout/list1"/>
    <dgm:cxn modelId="{335B9539-A52A-4317-8929-3287E506B862}" type="presParOf" srcId="{2E645EB7-1282-47F9-9910-5854243464FF}" destId="{40BE0262-9CDF-4C14-B6DB-76F2E5620725}" srcOrd="0" destOrd="0" presId="urn:microsoft.com/office/officeart/2005/8/layout/list1"/>
    <dgm:cxn modelId="{5B558CB2-7EEA-426E-981B-1C5A7E368062}" type="presParOf" srcId="{40BE0262-9CDF-4C14-B6DB-76F2E5620725}" destId="{839620A4-D457-45E8-822B-222BE4B15A01}" srcOrd="0" destOrd="0" presId="urn:microsoft.com/office/officeart/2005/8/layout/list1"/>
    <dgm:cxn modelId="{1BF3081B-756A-4AEA-B8AF-CD2A9FEEFB9D}" type="presParOf" srcId="{40BE0262-9CDF-4C14-B6DB-76F2E5620725}" destId="{0F32B524-F01A-4420-B8BA-E84AD84431E5}" srcOrd="1" destOrd="0" presId="urn:microsoft.com/office/officeart/2005/8/layout/list1"/>
    <dgm:cxn modelId="{2BAD276F-397C-4798-A7C7-376461F717BE}" type="presParOf" srcId="{2E645EB7-1282-47F9-9910-5854243464FF}" destId="{9BCEC728-7B72-468B-B839-01B93B1283BC}" srcOrd="1" destOrd="0" presId="urn:microsoft.com/office/officeart/2005/8/layout/list1"/>
    <dgm:cxn modelId="{FFADEA96-F14E-451A-A01C-10CE496A3959}" type="presParOf" srcId="{2E645EB7-1282-47F9-9910-5854243464FF}" destId="{412BEB8A-291F-4852-B99C-6C42E6CFED6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7462860-A688-4A3D-93B4-869F6562F5D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5D8D014-9A49-458B-835F-FF81BB424136}">
      <dgm:prSet custT="1"/>
      <dgm:spPr/>
      <dgm:t>
        <a:bodyPr/>
        <a:lstStyle/>
        <a:p>
          <a:pPr rtl="0"/>
          <a:r>
            <a:rPr lang="en-US" sz="2000" b="0" i="0" dirty="0"/>
            <a:t>A matrix structure is developed to give equal emphasis and attention to product and function, or product and geography.</a:t>
          </a:r>
          <a:endParaRPr lang="en-US" sz="2000" dirty="0"/>
        </a:p>
      </dgm:t>
    </dgm:pt>
    <dgm:pt modelId="{8986234F-79D1-4CCB-A012-A065927E4164}" type="parTrans" cxnId="{104508B3-D664-4048-B4CF-6136A709AC38}">
      <dgm:prSet/>
      <dgm:spPr/>
      <dgm:t>
        <a:bodyPr/>
        <a:lstStyle/>
        <a:p>
          <a:endParaRPr lang="en-US" sz="1800"/>
        </a:p>
      </dgm:t>
    </dgm:pt>
    <dgm:pt modelId="{F357E230-3102-44BE-A61E-1E25EAA885AD}" type="sibTrans" cxnId="{104508B3-D664-4048-B4CF-6136A709AC38}">
      <dgm:prSet/>
      <dgm:spPr/>
      <dgm:t>
        <a:bodyPr/>
        <a:lstStyle/>
        <a:p>
          <a:endParaRPr lang="en-US" sz="1800"/>
        </a:p>
      </dgm:t>
    </dgm:pt>
    <dgm:pt modelId="{EEA51804-DF1E-43FD-BC81-AD9F5E8C1641}">
      <dgm:prSet custT="1"/>
      <dgm:spPr/>
      <dgm:t>
        <a:bodyPr/>
        <a:lstStyle/>
        <a:p>
          <a:pPr rtl="0"/>
          <a:r>
            <a:rPr lang="en-US" sz="1800" b="0" i="0" dirty="0"/>
            <a:t>The main objective of matrix organization is to secure a higher degree of coordination than what is possible from the conventional organizational structures such as – the line and staff.</a:t>
          </a:r>
          <a:endParaRPr lang="en-US" sz="1800" dirty="0"/>
        </a:p>
      </dgm:t>
    </dgm:pt>
    <dgm:pt modelId="{C47F4F85-9FA8-4396-84B4-C2746FBD138C}" type="parTrans" cxnId="{CA2A399A-A39B-45B9-9CDC-DA234BF97DDD}">
      <dgm:prSet/>
      <dgm:spPr/>
      <dgm:t>
        <a:bodyPr/>
        <a:lstStyle/>
        <a:p>
          <a:endParaRPr lang="en-US" sz="1800"/>
        </a:p>
      </dgm:t>
    </dgm:pt>
    <dgm:pt modelId="{9BECADD2-3DFC-42FD-8C5C-40BF87E2567E}" type="sibTrans" cxnId="{CA2A399A-A39B-45B9-9CDC-DA234BF97DDD}">
      <dgm:prSet/>
      <dgm:spPr/>
      <dgm:t>
        <a:bodyPr/>
        <a:lstStyle/>
        <a:p>
          <a:endParaRPr lang="en-US" sz="1800"/>
        </a:p>
      </dgm:t>
    </dgm:pt>
    <dgm:pt modelId="{355F634E-3F85-4511-B276-289C545B2F9C}">
      <dgm:prSet custT="1"/>
      <dgm:spPr/>
      <dgm:t>
        <a:bodyPr/>
        <a:lstStyle/>
        <a:p>
          <a:pPr rtl="0"/>
          <a:r>
            <a:rPr lang="en-US" sz="1800" dirty="0"/>
            <a:t>Some of the merits of Matrix structure are;	</a:t>
          </a:r>
        </a:p>
      </dgm:t>
    </dgm:pt>
    <dgm:pt modelId="{1EF34040-D59F-4361-879E-B4EA1CC7D0A4}" type="parTrans" cxnId="{BAC80634-94E7-4E89-8B08-7B1C67921430}">
      <dgm:prSet/>
      <dgm:spPr/>
      <dgm:t>
        <a:bodyPr/>
        <a:lstStyle/>
        <a:p>
          <a:endParaRPr lang="en-US"/>
        </a:p>
      </dgm:t>
    </dgm:pt>
    <dgm:pt modelId="{8A8E8574-3EEA-4E9E-A06F-6A547FDF92B4}" type="sibTrans" cxnId="{BAC80634-94E7-4E89-8B08-7B1C67921430}">
      <dgm:prSet/>
      <dgm:spPr/>
      <dgm:t>
        <a:bodyPr/>
        <a:lstStyle/>
        <a:p>
          <a:endParaRPr lang="en-US"/>
        </a:p>
      </dgm:t>
    </dgm:pt>
    <dgm:pt modelId="{5750FFD8-7A19-43D3-9D7B-F5A9A815F186}">
      <dgm:prSet custT="1"/>
      <dgm:spPr/>
      <dgm:t>
        <a:bodyPr/>
        <a:lstStyle/>
        <a:p>
          <a:pPr rtl="0"/>
          <a:r>
            <a:rPr lang="en-US" sz="1800" b="0" dirty="0"/>
            <a:t>It offers operational freedom and flexibility.</a:t>
          </a:r>
          <a:endParaRPr lang="en-US" sz="1800" dirty="0"/>
        </a:p>
      </dgm:t>
    </dgm:pt>
    <dgm:pt modelId="{442501BB-02F1-499E-9D35-8C162E591591}" type="parTrans" cxnId="{EAFF4068-6C27-4FAF-888A-AAAF6A286A3B}">
      <dgm:prSet/>
      <dgm:spPr/>
      <dgm:t>
        <a:bodyPr/>
        <a:lstStyle/>
        <a:p>
          <a:endParaRPr lang="en-US"/>
        </a:p>
      </dgm:t>
    </dgm:pt>
    <dgm:pt modelId="{E0C14E61-EC93-4912-8641-F105EEFBA1B5}" type="sibTrans" cxnId="{EAFF4068-6C27-4FAF-888A-AAAF6A286A3B}">
      <dgm:prSet/>
      <dgm:spPr/>
      <dgm:t>
        <a:bodyPr/>
        <a:lstStyle/>
        <a:p>
          <a:endParaRPr lang="en-US"/>
        </a:p>
      </dgm:t>
    </dgm:pt>
    <dgm:pt modelId="{11DB7B37-7FDB-41AF-AC14-E8384A31250E}">
      <dgm:prSet custT="1"/>
      <dgm:spPr/>
      <dgm:t>
        <a:bodyPr/>
        <a:lstStyle/>
        <a:p>
          <a:pPr rtl="0"/>
          <a:r>
            <a:rPr lang="en-US" sz="1800" b="0" dirty="0"/>
            <a:t>It seeks to optimize the utilization of resources.</a:t>
          </a:r>
          <a:endParaRPr lang="en-US" sz="1800" dirty="0"/>
        </a:p>
      </dgm:t>
    </dgm:pt>
    <dgm:pt modelId="{E7C2E20B-D274-4A4A-8007-325103948A7E}" type="parTrans" cxnId="{C8456A9E-625C-46BD-8395-660A37F9C0E1}">
      <dgm:prSet/>
      <dgm:spPr/>
      <dgm:t>
        <a:bodyPr/>
        <a:lstStyle/>
        <a:p>
          <a:endParaRPr lang="en-US"/>
        </a:p>
      </dgm:t>
    </dgm:pt>
    <dgm:pt modelId="{74E49D10-149A-4E74-96F6-77E246E49D62}" type="sibTrans" cxnId="{C8456A9E-625C-46BD-8395-660A37F9C0E1}">
      <dgm:prSet/>
      <dgm:spPr/>
      <dgm:t>
        <a:bodyPr/>
        <a:lstStyle/>
        <a:p>
          <a:endParaRPr lang="en-US"/>
        </a:p>
      </dgm:t>
    </dgm:pt>
    <dgm:pt modelId="{600491E1-F632-4D3A-925C-76DA675D77E1}">
      <dgm:prSet custT="1"/>
      <dgm:spPr/>
      <dgm:t>
        <a:bodyPr/>
        <a:lstStyle/>
        <a:p>
          <a:pPr rtl="0"/>
          <a:r>
            <a:rPr lang="en-US" sz="1800" b="0" dirty="0"/>
            <a:t>It focuses on end results.</a:t>
          </a:r>
          <a:endParaRPr lang="en-US" sz="1800" dirty="0"/>
        </a:p>
      </dgm:t>
    </dgm:pt>
    <dgm:pt modelId="{C993BAD1-35D1-438C-8308-25C9A63938AF}" type="parTrans" cxnId="{47CEDC32-5E06-4642-8C95-1A9470E14DF3}">
      <dgm:prSet/>
      <dgm:spPr/>
      <dgm:t>
        <a:bodyPr/>
        <a:lstStyle/>
        <a:p>
          <a:endParaRPr lang="en-US"/>
        </a:p>
      </dgm:t>
    </dgm:pt>
    <dgm:pt modelId="{FDCE0462-323F-4A91-B321-BD316714B647}" type="sibTrans" cxnId="{47CEDC32-5E06-4642-8C95-1A9470E14DF3}">
      <dgm:prSet/>
      <dgm:spPr/>
      <dgm:t>
        <a:bodyPr/>
        <a:lstStyle/>
        <a:p>
          <a:endParaRPr lang="en-US"/>
        </a:p>
      </dgm:t>
    </dgm:pt>
    <dgm:pt modelId="{6115ED73-621B-4A98-9483-8796D7F4A41F}">
      <dgm:prSet custT="1"/>
      <dgm:spPr/>
      <dgm:t>
        <a:bodyPr/>
        <a:lstStyle/>
        <a:p>
          <a:pPr rtl="0"/>
          <a:r>
            <a:rPr lang="en-US" sz="1800" b="0" i="0" dirty="0"/>
            <a:t>Matrix organization is a two dimensional structure, a combination of pure project structure and the traditional functional departments. Members of a particular project team are drawn from the functional departments and are placed under the direction of the project manager.</a:t>
          </a:r>
          <a:endParaRPr lang="en-US" sz="1800" dirty="0"/>
        </a:p>
      </dgm:t>
    </dgm:pt>
    <dgm:pt modelId="{D436F5A3-1153-4EDF-8491-53D7ACAED258}" type="parTrans" cxnId="{8D8C3CAD-0A2F-4245-A77B-9B62A85109E6}">
      <dgm:prSet/>
      <dgm:spPr/>
      <dgm:t>
        <a:bodyPr/>
        <a:lstStyle/>
        <a:p>
          <a:endParaRPr lang="en-US"/>
        </a:p>
      </dgm:t>
    </dgm:pt>
    <dgm:pt modelId="{481A6F8E-8FEC-43A9-AC1E-A766672CB3ED}" type="sibTrans" cxnId="{8D8C3CAD-0A2F-4245-A77B-9B62A85109E6}">
      <dgm:prSet/>
      <dgm:spPr/>
      <dgm:t>
        <a:bodyPr/>
        <a:lstStyle/>
        <a:p>
          <a:endParaRPr lang="en-US"/>
        </a:p>
      </dgm:t>
    </dgm:pt>
    <dgm:pt modelId="{2E645EB7-1282-47F9-9910-5854243464FF}" type="pres">
      <dgm:prSet presAssocID="{17462860-A688-4A3D-93B4-869F6562F5D0}" presName="linear" presStyleCnt="0">
        <dgm:presLayoutVars>
          <dgm:dir/>
          <dgm:animLvl val="lvl"/>
          <dgm:resizeHandles val="exact"/>
        </dgm:presLayoutVars>
      </dgm:prSet>
      <dgm:spPr/>
    </dgm:pt>
    <dgm:pt modelId="{40BE0262-9CDF-4C14-B6DB-76F2E5620725}" type="pres">
      <dgm:prSet presAssocID="{35D8D014-9A49-458B-835F-FF81BB424136}" presName="parentLin" presStyleCnt="0"/>
      <dgm:spPr/>
    </dgm:pt>
    <dgm:pt modelId="{839620A4-D457-45E8-822B-222BE4B15A01}" type="pres">
      <dgm:prSet presAssocID="{35D8D014-9A49-458B-835F-FF81BB424136}" presName="parentLeftMargin" presStyleLbl="node1" presStyleIdx="0" presStyleCnt="1"/>
      <dgm:spPr/>
    </dgm:pt>
    <dgm:pt modelId="{0F32B524-F01A-4420-B8BA-E84AD84431E5}" type="pres">
      <dgm:prSet presAssocID="{35D8D014-9A49-458B-835F-FF81BB424136}" presName="parentText" presStyleLbl="node1" presStyleIdx="0" presStyleCnt="1" custScaleX="107003" custScaleY="83945">
        <dgm:presLayoutVars>
          <dgm:chMax val="0"/>
          <dgm:bulletEnabled val="1"/>
        </dgm:presLayoutVars>
      </dgm:prSet>
      <dgm:spPr/>
    </dgm:pt>
    <dgm:pt modelId="{9BCEC728-7B72-468B-B839-01B93B1283BC}" type="pres">
      <dgm:prSet presAssocID="{35D8D014-9A49-458B-835F-FF81BB424136}" presName="negativeSpace" presStyleCnt="0"/>
      <dgm:spPr/>
    </dgm:pt>
    <dgm:pt modelId="{412BEB8A-291F-4852-B99C-6C42E6CFED6F}" type="pres">
      <dgm:prSet presAssocID="{35D8D014-9A49-458B-835F-FF81BB424136}" presName="childText" presStyleLbl="conFgAcc1" presStyleIdx="0" presStyleCnt="1" custLinFactNeighborY="-5814">
        <dgm:presLayoutVars>
          <dgm:bulletEnabled val="1"/>
        </dgm:presLayoutVars>
      </dgm:prSet>
      <dgm:spPr/>
    </dgm:pt>
  </dgm:ptLst>
  <dgm:cxnLst>
    <dgm:cxn modelId="{C5329313-E1A0-40D4-AB6D-DD75FA4C52EB}" type="presOf" srcId="{6115ED73-621B-4A98-9483-8796D7F4A41F}" destId="{412BEB8A-291F-4852-B99C-6C42E6CFED6F}" srcOrd="0" destOrd="1" presId="urn:microsoft.com/office/officeart/2005/8/layout/list1"/>
    <dgm:cxn modelId="{DC5D481E-27E8-410B-BB96-8422E7EFBDD3}" type="presOf" srcId="{355F634E-3F85-4511-B276-289C545B2F9C}" destId="{412BEB8A-291F-4852-B99C-6C42E6CFED6F}" srcOrd="0" destOrd="2" presId="urn:microsoft.com/office/officeart/2005/8/layout/list1"/>
    <dgm:cxn modelId="{D9D17931-72BF-4430-89BD-59C18531DD83}" type="presOf" srcId="{11DB7B37-7FDB-41AF-AC14-E8384A31250E}" destId="{412BEB8A-291F-4852-B99C-6C42E6CFED6F}" srcOrd="0" destOrd="4" presId="urn:microsoft.com/office/officeart/2005/8/layout/list1"/>
    <dgm:cxn modelId="{47CEDC32-5E06-4642-8C95-1A9470E14DF3}" srcId="{355F634E-3F85-4511-B276-289C545B2F9C}" destId="{600491E1-F632-4D3A-925C-76DA675D77E1}" srcOrd="2" destOrd="0" parTransId="{C993BAD1-35D1-438C-8308-25C9A63938AF}" sibTransId="{FDCE0462-323F-4A91-B321-BD316714B647}"/>
    <dgm:cxn modelId="{BAC80634-94E7-4E89-8B08-7B1C67921430}" srcId="{35D8D014-9A49-458B-835F-FF81BB424136}" destId="{355F634E-3F85-4511-B276-289C545B2F9C}" srcOrd="2" destOrd="0" parTransId="{1EF34040-D59F-4361-879E-B4EA1CC7D0A4}" sibTransId="{8A8E8574-3EEA-4E9E-A06F-6A547FDF92B4}"/>
    <dgm:cxn modelId="{EAFF4068-6C27-4FAF-888A-AAAF6A286A3B}" srcId="{355F634E-3F85-4511-B276-289C545B2F9C}" destId="{5750FFD8-7A19-43D3-9D7B-F5A9A815F186}" srcOrd="0" destOrd="0" parTransId="{442501BB-02F1-499E-9D35-8C162E591591}" sibTransId="{E0C14E61-EC93-4912-8641-F105EEFBA1B5}"/>
    <dgm:cxn modelId="{7B06106D-DC92-4A62-A661-F51325A8A225}" type="presOf" srcId="{EEA51804-DF1E-43FD-BC81-AD9F5E8C1641}" destId="{412BEB8A-291F-4852-B99C-6C42E6CFED6F}" srcOrd="0" destOrd="0" presId="urn:microsoft.com/office/officeart/2005/8/layout/list1"/>
    <dgm:cxn modelId="{2DE34475-7250-4E3F-B98A-5F01BFBE5CF9}" type="presOf" srcId="{35D8D014-9A49-458B-835F-FF81BB424136}" destId="{839620A4-D457-45E8-822B-222BE4B15A01}" srcOrd="0" destOrd="0" presId="urn:microsoft.com/office/officeart/2005/8/layout/list1"/>
    <dgm:cxn modelId="{EEDC8788-FE12-40E3-9142-5FD3996BEE47}" type="presOf" srcId="{5750FFD8-7A19-43D3-9D7B-F5A9A815F186}" destId="{412BEB8A-291F-4852-B99C-6C42E6CFED6F}" srcOrd="0" destOrd="3" presId="urn:microsoft.com/office/officeart/2005/8/layout/list1"/>
    <dgm:cxn modelId="{EC469497-9016-453D-8CB6-EE3D52CCF602}" type="presOf" srcId="{600491E1-F632-4D3A-925C-76DA675D77E1}" destId="{412BEB8A-291F-4852-B99C-6C42E6CFED6F}" srcOrd="0" destOrd="5" presId="urn:microsoft.com/office/officeart/2005/8/layout/list1"/>
    <dgm:cxn modelId="{CA2A399A-A39B-45B9-9CDC-DA234BF97DDD}" srcId="{35D8D014-9A49-458B-835F-FF81BB424136}" destId="{EEA51804-DF1E-43FD-BC81-AD9F5E8C1641}" srcOrd="0" destOrd="0" parTransId="{C47F4F85-9FA8-4396-84B4-C2746FBD138C}" sibTransId="{9BECADD2-3DFC-42FD-8C5C-40BF87E2567E}"/>
    <dgm:cxn modelId="{C8456A9E-625C-46BD-8395-660A37F9C0E1}" srcId="{355F634E-3F85-4511-B276-289C545B2F9C}" destId="{11DB7B37-7FDB-41AF-AC14-E8384A31250E}" srcOrd="1" destOrd="0" parTransId="{E7C2E20B-D274-4A4A-8007-325103948A7E}" sibTransId="{74E49D10-149A-4E74-96F6-77E246E49D62}"/>
    <dgm:cxn modelId="{8D8C3CAD-0A2F-4245-A77B-9B62A85109E6}" srcId="{35D8D014-9A49-458B-835F-FF81BB424136}" destId="{6115ED73-621B-4A98-9483-8796D7F4A41F}" srcOrd="1" destOrd="0" parTransId="{D436F5A3-1153-4EDF-8491-53D7ACAED258}" sibTransId="{481A6F8E-8FEC-43A9-AC1E-A766672CB3ED}"/>
    <dgm:cxn modelId="{104508B3-D664-4048-B4CF-6136A709AC38}" srcId="{17462860-A688-4A3D-93B4-869F6562F5D0}" destId="{35D8D014-9A49-458B-835F-FF81BB424136}" srcOrd="0" destOrd="0" parTransId="{8986234F-79D1-4CCB-A012-A065927E4164}" sibTransId="{F357E230-3102-44BE-A61E-1E25EAA885AD}"/>
    <dgm:cxn modelId="{E4F59FBA-3A3B-43F5-BF21-60E94CC9BD52}" type="presOf" srcId="{17462860-A688-4A3D-93B4-869F6562F5D0}" destId="{2E645EB7-1282-47F9-9910-5854243464FF}" srcOrd="0" destOrd="0" presId="urn:microsoft.com/office/officeart/2005/8/layout/list1"/>
    <dgm:cxn modelId="{A3F8B9E8-0174-40AB-BBC2-A02F498382DD}" type="presOf" srcId="{35D8D014-9A49-458B-835F-FF81BB424136}" destId="{0F32B524-F01A-4420-B8BA-E84AD84431E5}" srcOrd="1" destOrd="0" presId="urn:microsoft.com/office/officeart/2005/8/layout/list1"/>
    <dgm:cxn modelId="{A79A05E3-39B2-4743-9F3D-953095C25FD5}" type="presParOf" srcId="{2E645EB7-1282-47F9-9910-5854243464FF}" destId="{40BE0262-9CDF-4C14-B6DB-76F2E5620725}" srcOrd="0" destOrd="0" presId="urn:microsoft.com/office/officeart/2005/8/layout/list1"/>
    <dgm:cxn modelId="{53433F67-6EDC-4A8C-AB94-AB09140200A5}" type="presParOf" srcId="{40BE0262-9CDF-4C14-B6DB-76F2E5620725}" destId="{839620A4-D457-45E8-822B-222BE4B15A01}" srcOrd="0" destOrd="0" presId="urn:microsoft.com/office/officeart/2005/8/layout/list1"/>
    <dgm:cxn modelId="{E5268FFC-1A64-4DE1-8CC3-C0D128106DF9}" type="presParOf" srcId="{40BE0262-9CDF-4C14-B6DB-76F2E5620725}" destId="{0F32B524-F01A-4420-B8BA-E84AD84431E5}" srcOrd="1" destOrd="0" presId="urn:microsoft.com/office/officeart/2005/8/layout/list1"/>
    <dgm:cxn modelId="{BFB431F7-B1AA-4731-9F2F-8D057D1108BD}" type="presParOf" srcId="{2E645EB7-1282-47F9-9910-5854243464FF}" destId="{9BCEC728-7B72-468B-B839-01B93B1283BC}" srcOrd="1" destOrd="0" presId="urn:microsoft.com/office/officeart/2005/8/layout/list1"/>
    <dgm:cxn modelId="{77B0BD0D-CE9D-4FF5-B9A2-2C5FC7A75BFA}" type="presParOf" srcId="{2E645EB7-1282-47F9-9910-5854243464FF}" destId="{412BEB8A-291F-4852-B99C-6C42E6CFED6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30EA58D-2F25-44E2-BC3E-82F1146EA69D}"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US"/>
        </a:p>
      </dgm:t>
    </dgm:pt>
    <dgm:pt modelId="{8B42B720-D778-42D3-BAD2-04728508DE4F}">
      <dgm:prSet custT="1"/>
      <dgm:spPr/>
      <dgm:t>
        <a:bodyPr/>
        <a:lstStyle/>
        <a:p>
          <a:pPr rtl="0"/>
          <a:r>
            <a:rPr lang="en-US" sz="2000" b="0" i="0" dirty="0"/>
            <a:t>There are 4 essential attributes that constitute an ideal business process:</a:t>
          </a:r>
          <a:endParaRPr lang="en-US" sz="2000" dirty="0"/>
        </a:p>
      </dgm:t>
    </dgm:pt>
    <dgm:pt modelId="{2BD11F53-AA15-4F3E-857D-C603ABC8F9AA}" type="parTrans" cxnId="{63533B36-C29F-4898-9014-F43DCD134432}">
      <dgm:prSet/>
      <dgm:spPr/>
      <dgm:t>
        <a:bodyPr/>
        <a:lstStyle/>
        <a:p>
          <a:endParaRPr lang="en-US"/>
        </a:p>
      </dgm:t>
    </dgm:pt>
    <dgm:pt modelId="{8CEFFA44-2F82-4183-A351-2AC51A3A7477}" type="sibTrans" cxnId="{63533B36-C29F-4898-9014-F43DCD134432}">
      <dgm:prSet/>
      <dgm:spPr/>
      <dgm:t>
        <a:bodyPr/>
        <a:lstStyle/>
        <a:p>
          <a:endParaRPr lang="en-US"/>
        </a:p>
      </dgm:t>
    </dgm:pt>
    <dgm:pt modelId="{6FFEA2C0-2698-42F0-A89A-DB01800F214E}">
      <dgm:prSet/>
      <dgm:spPr/>
      <dgm:t>
        <a:bodyPr/>
        <a:lstStyle/>
        <a:p>
          <a:pPr rtl="0"/>
          <a:r>
            <a:rPr lang="en-US" b="0" i="0" dirty="0"/>
            <a:t>Finite – A good business process has a well-defined starting point and ending point. It also has a finite number of steps.</a:t>
          </a:r>
          <a:endParaRPr lang="en-US" dirty="0"/>
        </a:p>
      </dgm:t>
    </dgm:pt>
    <dgm:pt modelId="{FA57637B-34ED-4425-94EF-442912736543}" type="parTrans" cxnId="{2B1E5D43-7490-4B11-A4D5-C8EDB89967EE}">
      <dgm:prSet/>
      <dgm:spPr/>
      <dgm:t>
        <a:bodyPr/>
        <a:lstStyle/>
        <a:p>
          <a:endParaRPr lang="en-US"/>
        </a:p>
      </dgm:t>
    </dgm:pt>
    <dgm:pt modelId="{6EA11A63-9D09-454B-AABE-2902DD33C0E7}" type="sibTrans" cxnId="{2B1E5D43-7490-4B11-A4D5-C8EDB89967EE}">
      <dgm:prSet/>
      <dgm:spPr/>
      <dgm:t>
        <a:bodyPr/>
        <a:lstStyle/>
        <a:p>
          <a:endParaRPr lang="en-US"/>
        </a:p>
      </dgm:t>
    </dgm:pt>
    <dgm:pt modelId="{531F24DF-67B9-4C51-9A0F-745110B58533}">
      <dgm:prSet/>
      <dgm:spPr/>
      <dgm:t>
        <a:bodyPr/>
        <a:lstStyle/>
        <a:p>
          <a:pPr rtl="0"/>
          <a:r>
            <a:rPr lang="en-US" b="0" i="0" dirty="0"/>
            <a:t>Repeatable – A good business process can be run an indefinite number of times.</a:t>
          </a:r>
          <a:endParaRPr lang="en-US" dirty="0"/>
        </a:p>
      </dgm:t>
    </dgm:pt>
    <dgm:pt modelId="{4AB5E718-0F0C-42EF-BE65-1D0EEA6BCFAD}" type="parTrans" cxnId="{FBCCBE41-A7B5-42A0-9CEB-F233D645FFFC}">
      <dgm:prSet/>
      <dgm:spPr/>
      <dgm:t>
        <a:bodyPr/>
        <a:lstStyle/>
        <a:p>
          <a:endParaRPr lang="en-US"/>
        </a:p>
      </dgm:t>
    </dgm:pt>
    <dgm:pt modelId="{6B8F3BB4-ACC0-41A1-9CA8-0101F622A7E3}" type="sibTrans" cxnId="{FBCCBE41-A7B5-42A0-9CEB-F233D645FFFC}">
      <dgm:prSet/>
      <dgm:spPr/>
      <dgm:t>
        <a:bodyPr/>
        <a:lstStyle/>
        <a:p>
          <a:endParaRPr lang="en-US"/>
        </a:p>
      </dgm:t>
    </dgm:pt>
    <dgm:pt modelId="{7873DF53-CD2B-4E2F-BF1A-F88F81EA4766}">
      <dgm:prSet/>
      <dgm:spPr/>
      <dgm:t>
        <a:bodyPr/>
        <a:lstStyle/>
        <a:p>
          <a:pPr rtl="0"/>
          <a:r>
            <a:rPr lang="en-US" b="0" i="0" dirty="0"/>
            <a:t>Creates value – It ultimately aims at translating creation of value into executable tasks and does not have any step in the process just for the sake of it. </a:t>
          </a:r>
        </a:p>
      </dgm:t>
    </dgm:pt>
    <dgm:pt modelId="{86A3B848-7725-47C9-BF57-5ABA6BD05A79}" type="parTrans" cxnId="{AD7997C0-CD47-4098-8A0C-FEBB1561A53A}">
      <dgm:prSet/>
      <dgm:spPr/>
      <dgm:t>
        <a:bodyPr/>
        <a:lstStyle/>
        <a:p>
          <a:endParaRPr lang="en-US"/>
        </a:p>
      </dgm:t>
    </dgm:pt>
    <dgm:pt modelId="{BA0C42EC-7B64-4984-A95C-B16AE4AD4B8F}" type="sibTrans" cxnId="{AD7997C0-CD47-4098-8A0C-FEBB1561A53A}">
      <dgm:prSet/>
      <dgm:spPr/>
      <dgm:t>
        <a:bodyPr/>
        <a:lstStyle/>
        <a:p>
          <a:endParaRPr lang="en-US"/>
        </a:p>
      </dgm:t>
    </dgm:pt>
    <dgm:pt modelId="{97CE2EE0-F058-44FB-B076-2DD04C708AA2}">
      <dgm:prSet/>
      <dgm:spPr/>
      <dgm:t>
        <a:bodyPr/>
        <a:lstStyle/>
        <a:p>
          <a:pPr rtl="0"/>
          <a:r>
            <a:rPr lang="en-US" b="0" i="0" dirty="0"/>
            <a:t>Flexibility – It has an in-built nature to be flexible to change and is not rigid</a:t>
          </a:r>
        </a:p>
      </dgm:t>
    </dgm:pt>
    <dgm:pt modelId="{EA2689D7-F6AC-4479-ACD2-5D44826E3A45}" type="parTrans" cxnId="{7B48442A-C3FC-4E00-960C-AA7E3C3C305F}">
      <dgm:prSet/>
      <dgm:spPr/>
      <dgm:t>
        <a:bodyPr/>
        <a:lstStyle/>
        <a:p>
          <a:endParaRPr lang="en-US"/>
        </a:p>
      </dgm:t>
    </dgm:pt>
    <dgm:pt modelId="{F7C2271C-5543-49F1-AFBD-4CEE7902E9D2}" type="sibTrans" cxnId="{7B48442A-C3FC-4E00-960C-AA7E3C3C305F}">
      <dgm:prSet/>
      <dgm:spPr/>
      <dgm:t>
        <a:bodyPr/>
        <a:lstStyle/>
        <a:p>
          <a:endParaRPr lang="en-US"/>
        </a:p>
      </dgm:t>
    </dgm:pt>
    <dgm:pt modelId="{F17C9094-CA42-4FD5-94C1-F9DAF84CD4A2}" type="pres">
      <dgm:prSet presAssocID="{030EA58D-2F25-44E2-BC3E-82F1146EA69D}" presName="Name0" presStyleCnt="0">
        <dgm:presLayoutVars>
          <dgm:dir/>
          <dgm:animLvl val="lvl"/>
          <dgm:resizeHandles val="exact"/>
        </dgm:presLayoutVars>
      </dgm:prSet>
      <dgm:spPr/>
    </dgm:pt>
    <dgm:pt modelId="{1F6AE1C7-9D8B-4A83-9F20-7EB7F6AD89AB}" type="pres">
      <dgm:prSet presAssocID="{8B42B720-D778-42D3-BAD2-04728508DE4F}" presName="composite" presStyleCnt="0"/>
      <dgm:spPr/>
    </dgm:pt>
    <dgm:pt modelId="{240C7353-23E3-41EE-AD8D-DC7C2E60D129}" type="pres">
      <dgm:prSet presAssocID="{8B42B720-D778-42D3-BAD2-04728508DE4F}" presName="parTx" presStyleLbl="alignNode1" presStyleIdx="0" presStyleCnt="1">
        <dgm:presLayoutVars>
          <dgm:chMax val="0"/>
          <dgm:chPref val="0"/>
          <dgm:bulletEnabled val="1"/>
        </dgm:presLayoutVars>
      </dgm:prSet>
      <dgm:spPr/>
    </dgm:pt>
    <dgm:pt modelId="{12DA539A-9E33-475F-9983-F84D0B19D580}" type="pres">
      <dgm:prSet presAssocID="{8B42B720-D778-42D3-BAD2-04728508DE4F}" presName="desTx" presStyleLbl="alignAccFollowNode1" presStyleIdx="0" presStyleCnt="1">
        <dgm:presLayoutVars>
          <dgm:bulletEnabled val="1"/>
        </dgm:presLayoutVars>
      </dgm:prSet>
      <dgm:spPr/>
    </dgm:pt>
  </dgm:ptLst>
  <dgm:cxnLst>
    <dgm:cxn modelId="{8C9FAF02-DC2D-4423-A5B8-9380D53ADAAE}" type="presOf" srcId="{531F24DF-67B9-4C51-9A0F-745110B58533}" destId="{12DA539A-9E33-475F-9983-F84D0B19D580}" srcOrd="0" destOrd="1" presId="urn:microsoft.com/office/officeart/2005/8/layout/hList1"/>
    <dgm:cxn modelId="{AE430307-536E-449C-B1AB-310E75132B35}" type="presOf" srcId="{7873DF53-CD2B-4E2F-BF1A-F88F81EA4766}" destId="{12DA539A-9E33-475F-9983-F84D0B19D580}" srcOrd="0" destOrd="2" presId="urn:microsoft.com/office/officeart/2005/8/layout/hList1"/>
    <dgm:cxn modelId="{074F0518-491A-4401-BCCE-7F90BEF0522C}" type="presOf" srcId="{8B42B720-D778-42D3-BAD2-04728508DE4F}" destId="{240C7353-23E3-41EE-AD8D-DC7C2E60D129}" srcOrd="0" destOrd="0" presId="urn:microsoft.com/office/officeart/2005/8/layout/hList1"/>
    <dgm:cxn modelId="{68253428-0349-4606-8A88-2B6D30E7E67D}" type="presOf" srcId="{6FFEA2C0-2698-42F0-A89A-DB01800F214E}" destId="{12DA539A-9E33-475F-9983-F84D0B19D580}" srcOrd="0" destOrd="0" presId="urn:microsoft.com/office/officeart/2005/8/layout/hList1"/>
    <dgm:cxn modelId="{7B48442A-C3FC-4E00-960C-AA7E3C3C305F}" srcId="{8B42B720-D778-42D3-BAD2-04728508DE4F}" destId="{97CE2EE0-F058-44FB-B076-2DD04C708AA2}" srcOrd="3" destOrd="0" parTransId="{EA2689D7-F6AC-4479-ACD2-5D44826E3A45}" sibTransId="{F7C2271C-5543-49F1-AFBD-4CEE7902E9D2}"/>
    <dgm:cxn modelId="{63533B36-C29F-4898-9014-F43DCD134432}" srcId="{030EA58D-2F25-44E2-BC3E-82F1146EA69D}" destId="{8B42B720-D778-42D3-BAD2-04728508DE4F}" srcOrd="0" destOrd="0" parTransId="{2BD11F53-AA15-4F3E-857D-C603ABC8F9AA}" sibTransId="{8CEFFA44-2F82-4183-A351-2AC51A3A7477}"/>
    <dgm:cxn modelId="{FBCCBE41-A7B5-42A0-9CEB-F233D645FFFC}" srcId="{8B42B720-D778-42D3-BAD2-04728508DE4F}" destId="{531F24DF-67B9-4C51-9A0F-745110B58533}" srcOrd="1" destOrd="0" parTransId="{4AB5E718-0F0C-42EF-BE65-1D0EEA6BCFAD}" sibTransId="{6B8F3BB4-ACC0-41A1-9CA8-0101F622A7E3}"/>
    <dgm:cxn modelId="{E7824942-9FDD-45CF-A45D-897CC25FCDE6}" type="presOf" srcId="{97CE2EE0-F058-44FB-B076-2DD04C708AA2}" destId="{12DA539A-9E33-475F-9983-F84D0B19D580}" srcOrd="0" destOrd="3" presId="urn:microsoft.com/office/officeart/2005/8/layout/hList1"/>
    <dgm:cxn modelId="{2B1E5D43-7490-4B11-A4D5-C8EDB89967EE}" srcId="{8B42B720-D778-42D3-BAD2-04728508DE4F}" destId="{6FFEA2C0-2698-42F0-A89A-DB01800F214E}" srcOrd="0" destOrd="0" parTransId="{FA57637B-34ED-4425-94EF-442912736543}" sibTransId="{6EA11A63-9D09-454B-AABE-2902DD33C0E7}"/>
    <dgm:cxn modelId="{40DA2FAB-F798-4D22-91EA-0E282D29E8E0}" type="presOf" srcId="{030EA58D-2F25-44E2-BC3E-82F1146EA69D}" destId="{F17C9094-CA42-4FD5-94C1-F9DAF84CD4A2}" srcOrd="0" destOrd="0" presId="urn:microsoft.com/office/officeart/2005/8/layout/hList1"/>
    <dgm:cxn modelId="{AD7997C0-CD47-4098-8A0C-FEBB1561A53A}" srcId="{8B42B720-D778-42D3-BAD2-04728508DE4F}" destId="{7873DF53-CD2B-4E2F-BF1A-F88F81EA4766}" srcOrd="2" destOrd="0" parTransId="{86A3B848-7725-47C9-BF57-5ABA6BD05A79}" sibTransId="{BA0C42EC-7B64-4984-A95C-B16AE4AD4B8F}"/>
    <dgm:cxn modelId="{162D455C-9A76-4503-8C29-E3A60ED9BC03}" type="presParOf" srcId="{F17C9094-CA42-4FD5-94C1-F9DAF84CD4A2}" destId="{1F6AE1C7-9D8B-4A83-9F20-7EB7F6AD89AB}" srcOrd="0" destOrd="0" presId="urn:microsoft.com/office/officeart/2005/8/layout/hList1"/>
    <dgm:cxn modelId="{CE814992-9DF0-4388-AD02-A761268E432F}" type="presParOf" srcId="{1F6AE1C7-9D8B-4A83-9F20-7EB7F6AD89AB}" destId="{240C7353-23E3-41EE-AD8D-DC7C2E60D129}" srcOrd="0" destOrd="0" presId="urn:microsoft.com/office/officeart/2005/8/layout/hList1"/>
    <dgm:cxn modelId="{CF572B9F-2A70-4ECB-BD2A-523A606B0BA4}" type="presParOf" srcId="{1F6AE1C7-9D8B-4A83-9F20-7EB7F6AD89AB}" destId="{12DA539A-9E33-475F-9983-F84D0B19D58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E34F442-2219-4DA0-B88D-2F35B9245BAF}"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FC1B2FAB-9A4B-4260-8085-D79EB2B3D2B2}">
      <dgm:prSet/>
      <dgm:spPr/>
      <dgm:t>
        <a:bodyPr/>
        <a:lstStyle/>
        <a:p>
          <a:pPr rtl="0"/>
          <a:r>
            <a:rPr lang="en-US" b="0" i="0" dirty="0"/>
            <a:t>BPM includes concepts, methods and techniques to support the design, administration, configuration enactment and analysis of business processes</a:t>
          </a:r>
        </a:p>
      </dgm:t>
    </dgm:pt>
    <dgm:pt modelId="{B7D023D7-A312-4FAA-9B56-9CD0845E06D2}" type="parTrans" cxnId="{4D2A6EB9-F243-41FE-9999-53D7D4AEEE5D}">
      <dgm:prSet/>
      <dgm:spPr/>
      <dgm:t>
        <a:bodyPr/>
        <a:lstStyle/>
        <a:p>
          <a:endParaRPr lang="en-US"/>
        </a:p>
      </dgm:t>
    </dgm:pt>
    <dgm:pt modelId="{2E02E90B-2724-45B2-A2CA-C9A4939E9E0A}" type="sibTrans" cxnId="{4D2A6EB9-F243-41FE-9999-53D7D4AEEE5D}">
      <dgm:prSet/>
      <dgm:spPr/>
      <dgm:t>
        <a:bodyPr/>
        <a:lstStyle/>
        <a:p>
          <a:endParaRPr lang="en-US"/>
        </a:p>
      </dgm:t>
    </dgm:pt>
    <dgm:pt modelId="{DF017FF1-0DD0-4727-B989-163833AD7029}" type="pres">
      <dgm:prSet presAssocID="{AE34F442-2219-4DA0-B88D-2F35B9245BAF}" presName="CompostProcess" presStyleCnt="0">
        <dgm:presLayoutVars>
          <dgm:dir/>
          <dgm:resizeHandles val="exact"/>
        </dgm:presLayoutVars>
      </dgm:prSet>
      <dgm:spPr/>
    </dgm:pt>
    <dgm:pt modelId="{0FAC36B9-D691-4686-8901-44A2B909F996}" type="pres">
      <dgm:prSet presAssocID="{AE34F442-2219-4DA0-B88D-2F35B9245BAF}" presName="arrow" presStyleLbl="bgShp" presStyleIdx="0" presStyleCnt="1"/>
      <dgm:spPr/>
    </dgm:pt>
    <dgm:pt modelId="{E4D2C992-A689-44C5-8433-FD61BB7EAC26}" type="pres">
      <dgm:prSet presAssocID="{AE34F442-2219-4DA0-B88D-2F35B9245BAF}" presName="linearProcess" presStyleCnt="0"/>
      <dgm:spPr/>
    </dgm:pt>
    <dgm:pt modelId="{144720B8-4BA8-4968-A645-50DB8385F473}" type="pres">
      <dgm:prSet presAssocID="{FC1B2FAB-9A4B-4260-8085-D79EB2B3D2B2}" presName="textNode" presStyleLbl="node1" presStyleIdx="0" presStyleCnt="1">
        <dgm:presLayoutVars>
          <dgm:bulletEnabled val="1"/>
        </dgm:presLayoutVars>
      </dgm:prSet>
      <dgm:spPr/>
    </dgm:pt>
  </dgm:ptLst>
  <dgm:cxnLst>
    <dgm:cxn modelId="{80460657-303D-4FCC-A87A-BB9A50E2921E}" type="presOf" srcId="{AE34F442-2219-4DA0-B88D-2F35B9245BAF}" destId="{DF017FF1-0DD0-4727-B989-163833AD7029}" srcOrd="0" destOrd="0" presId="urn:microsoft.com/office/officeart/2005/8/layout/hProcess9"/>
    <dgm:cxn modelId="{3D44C28E-877F-45EB-A64E-8139E3183EDE}" type="presOf" srcId="{FC1B2FAB-9A4B-4260-8085-D79EB2B3D2B2}" destId="{144720B8-4BA8-4968-A645-50DB8385F473}" srcOrd="0" destOrd="0" presId="urn:microsoft.com/office/officeart/2005/8/layout/hProcess9"/>
    <dgm:cxn modelId="{4D2A6EB9-F243-41FE-9999-53D7D4AEEE5D}" srcId="{AE34F442-2219-4DA0-B88D-2F35B9245BAF}" destId="{FC1B2FAB-9A4B-4260-8085-D79EB2B3D2B2}" srcOrd="0" destOrd="0" parTransId="{B7D023D7-A312-4FAA-9B56-9CD0845E06D2}" sibTransId="{2E02E90B-2724-45B2-A2CA-C9A4939E9E0A}"/>
    <dgm:cxn modelId="{D8B35E84-540F-461D-AD2F-5C48F96B6380}" type="presParOf" srcId="{DF017FF1-0DD0-4727-B989-163833AD7029}" destId="{0FAC36B9-D691-4686-8901-44A2B909F996}" srcOrd="0" destOrd="0" presId="urn:microsoft.com/office/officeart/2005/8/layout/hProcess9"/>
    <dgm:cxn modelId="{B9F7F7D8-645B-48D0-B922-9929C73B9D0F}" type="presParOf" srcId="{DF017FF1-0DD0-4727-B989-163833AD7029}" destId="{E4D2C992-A689-44C5-8433-FD61BB7EAC26}" srcOrd="1" destOrd="0" presId="urn:microsoft.com/office/officeart/2005/8/layout/hProcess9"/>
    <dgm:cxn modelId="{975EBDF4-C249-4A74-A001-9FDFED8B3771}" type="presParOf" srcId="{E4D2C992-A689-44C5-8433-FD61BB7EAC26}" destId="{144720B8-4BA8-4968-A645-50DB8385F473}"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E34F442-2219-4DA0-B88D-2F35B9245BAF}" type="doc">
      <dgm:prSet loTypeId="urn:microsoft.com/office/officeart/2005/8/layout/process1" loCatId="process" qsTypeId="urn:microsoft.com/office/officeart/2005/8/quickstyle/simple1" qsCatId="simple" csTypeId="urn:microsoft.com/office/officeart/2005/8/colors/accent1_4" csCatId="accent1" phldr="1"/>
      <dgm:spPr/>
      <dgm:t>
        <a:bodyPr/>
        <a:lstStyle/>
        <a:p>
          <a:endParaRPr lang="en-US"/>
        </a:p>
      </dgm:t>
    </dgm:pt>
    <dgm:pt modelId="{FC1B2FAB-9A4B-4260-8085-D79EB2B3D2B2}">
      <dgm:prSet/>
      <dgm:spPr/>
      <dgm:t>
        <a:bodyPr/>
        <a:lstStyle/>
        <a:p>
          <a:pPr rtl="0"/>
          <a:r>
            <a:rPr lang="en-US" b="0" i="0" dirty="0"/>
            <a:t>BPM includes concepts, methods and techniques to support the design, administration, configuration enactment and analysis of business processes</a:t>
          </a:r>
        </a:p>
      </dgm:t>
    </dgm:pt>
    <dgm:pt modelId="{B7D023D7-A312-4FAA-9B56-9CD0845E06D2}" type="parTrans" cxnId="{4D2A6EB9-F243-41FE-9999-53D7D4AEEE5D}">
      <dgm:prSet/>
      <dgm:spPr/>
      <dgm:t>
        <a:bodyPr/>
        <a:lstStyle/>
        <a:p>
          <a:endParaRPr lang="en-US"/>
        </a:p>
      </dgm:t>
    </dgm:pt>
    <dgm:pt modelId="{2E02E90B-2724-45B2-A2CA-C9A4939E9E0A}" type="sibTrans" cxnId="{4D2A6EB9-F243-41FE-9999-53D7D4AEEE5D}">
      <dgm:prSet/>
      <dgm:spPr/>
      <dgm:t>
        <a:bodyPr/>
        <a:lstStyle/>
        <a:p>
          <a:endParaRPr lang="en-US"/>
        </a:p>
      </dgm:t>
    </dgm:pt>
    <dgm:pt modelId="{D7237189-4569-4ED1-A3B3-6373F57C766C}">
      <dgm:prSet/>
      <dgm:spPr/>
      <dgm:t>
        <a:bodyPr/>
        <a:lstStyle/>
        <a:p>
          <a:r>
            <a:rPr lang="en-US" dirty="0">
              <a:solidFill>
                <a:schemeClr val="tx1"/>
              </a:solidFill>
            </a:rPr>
            <a:t>The basis of BPM is the explicit representation of business processes with their activities and the execution  constraints between them. </a:t>
          </a:r>
        </a:p>
      </dgm:t>
    </dgm:pt>
    <dgm:pt modelId="{EAECC3D4-62B1-4EEE-9FAB-74441B2E4D6A}" type="parTrans" cxnId="{4C1783B4-ED19-4198-AAA1-6F17B308F970}">
      <dgm:prSet/>
      <dgm:spPr/>
      <dgm:t>
        <a:bodyPr/>
        <a:lstStyle/>
        <a:p>
          <a:endParaRPr lang="en-US"/>
        </a:p>
      </dgm:t>
    </dgm:pt>
    <dgm:pt modelId="{D0D9A762-EE1B-47F5-B2A7-296E72B52438}" type="sibTrans" cxnId="{4C1783B4-ED19-4198-AAA1-6F17B308F970}">
      <dgm:prSet/>
      <dgm:spPr/>
      <dgm:t>
        <a:bodyPr/>
        <a:lstStyle/>
        <a:p>
          <a:endParaRPr lang="en-US"/>
        </a:p>
      </dgm:t>
    </dgm:pt>
    <dgm:pt modelId="{B1F00170-354A-4CE4-A515-2AF8CFC3FFA7}">
      <dgm:prSet/>
      <dgm:spPr/>
      <dgm:t>
        <a:bodyPr/>
        <a:lstStyle/>
        <a:p>
          <a:r>
            <a:rPr lang="en-US" dirty="0">
              <a:solidFill>
                <a:schemeClr val="tx1"/>
              </a:solidFill>
            </a:rPr>
            <a:t>Once business processes are defined, they can be subject to analysis, improvement and enactment.</a:t>
          </a:r>
        </a:p>
      </dgm:t>
    </dgm:pt>
    <dgm:pt modelId="{038E0649-3DCF-484E-B4CF-04D39CFAA2A1}" type="parTrans" cxnId="{483A576D-883B-4AA3-8D20-5EA314EFBC06}">
      <dgm:prSet/>
      <dgm:spPr/>
      <dgm:t>
        <a:bodyPr/>
        <a:lstStyle/>
        <a:p>
          <a:endParaRPr lang="en-US"/>
        </a:p>
      </dgm:t>
    </dgm:pt>
    <dgm:pt modelId="{BABB788B-EB8B-4EEA-B7B0-8A3A115EC0F5}" type="sibTrans" cxnId="{483A576D-883B-4AA3-8D20-5EA314EFBC06}">
      <dgm:prSet/>
      <dgm:spPr/>
      <dgm:t>
        <a:bodyPr/>
        <a:lstStyle/>
        <a:p>
          <a:endParaRPr lang="en-US"/>
        </a:p>
      </dgm:t>
    </dgm:pt>
    <dgm:pt modelId="{91B1CE35-1696-4580-8F4B-85369297F003}" type="pres">
      <dgm:prSet presAssocID="{AE34F442-2219-4DA0-B88D-2F35B9245BAF}" presName="Name0" presStyleCnt="0">
        <dgm:presLayoutVars>
          <dgm:dir/>
          <dgm:resizeHandles val="exact"/>
        </dgm:presLayoutVars>
      </dgm:prSet>
      <dgm:spPr/>
    </dgm:pt>
    <dgm:pt modelId="{A64B3B99-84BB-46EA-8C21-0628C56C432A}" type="pres">
      <dgm:prSet presAssocID="{FC1B2FAB-9A4B-4260-8085-D79EB2B3D2B2}" presName="node" presStyleLbl="node1" presStyleIdx="0" presStyleCnt="3">
        <dgm:presLayoutVars>
          <dgm:bulletEnabled val="1"/>
        </dgm:presLayoutVars>
      </dgm:prSet>
      <dgm:spPr/>
    </dgm:pt>
    <dgm:pt modelId="{F88773B7-6455-4904-BC21-638904A9CE98}" type="pres">
      <dgm:prSet presAssocID="{2E02E90B-2724-45B2-A2CA-C9A4939E9E0A}" presName="sibTrans" presStyleLbl="sibTrans2D1" presStyleIdx="0" presStyleCnt="2"/>
      <dgm:spPr/>
    </dgm:pt>
    <dgm:pt modelId="{D780BAAE-A861-42B5-B576-960213BAAD6C}" type="pres">
      <dgm:prSet presAssocID="{2E02E90B-2724-45B2-A2CA-C9A4939E9E0A}" presName="connectorText" presStyleLbl="sibTrans2D1" presStyleIdx="0" presStyleCnt="2"/>
      <dgm:spPr/>
    </dgm:pt>
    <dgm:pt modelId="{AACD10D9-323C-47D9-AAF9-C6389DD3EE3D}" type="pres">
      <dgm:prSet presAssocID="{D7237189-4569-4ED1-A3B3-6373F57C766C}" presName="node" presStyleLbl="node1" presStyleIdx="1" presStyleCnt="3">
        <dgm:presLayoutVars>
          <dgm:bulletEnabled val="1"/>
        </dgm:presLayoutVars>
      </dgm:prSet>
      <dgm:spPr/>
    </dgm:pt>
    <dgm:pt modelId="{764F5C6B-40ED-4A87-9844-C62C4F6EDC24}" type="pres">
      <dgm:prSet presAssocID="{D0D9A762-EE1B-47F5-B2A7-296E72B52438}" presName="sibTrans" presStyleLbl="sibTrans2D1" presStyleIdx="1" presStyleCnt="2"/>
      <dgm:spPr/>
    </dgm:pt>
    <dgm:pt modelId="{AE5F1A6F-D01E-4C2F-AACF-6F93E40C4CFA}" type="pres">
      <dgm:prSet presAssocID="{D0D9A762-EE1B-47F5-B2A7-296E72B52438}" presName="connectorText" presStyleLbl="sibTrans2D1" presStyleIdx="1" presStyleCnt="2"/>
      <dgm:spPr/>
    </dgm:pt>
    <dgm:pt modelId="{56E79C73-DA67-4672-B61B-36ABAC99E264}" type="pres">
      <dgm:prSet presAssocID="{B1F00170-354A-4CE4-A515-2AF8CFC3FFA7}" presName="node" presStyleLbl="node1" presStyleIdx="2" presStyleCnt="3">
        <dgm:presLayoutVars>
          <dgm:bulletEnabled val="1"/>
        </dgm:presLayoutVars>
      </dgm:prSet>
      <dgm:spPr/>
    </dgm:pt>
  </dgm:ptLst>
  <dgm:cxnLst>
    <dgm:cxn modelId="{43711F26-53C9-4228-9F38-BCB043B55DFE}" type="presOf" srcId="{2E02E90B-2724-45B2-A2CA-C9A4939E9E0A}" destId="{D780BAAE-A861-42B5-B576-960213BAAD6C}" srcOrd="1" destOrd="0" presId="urn:microsoft.com/office/officeart/2005/8/layout/process1"/>
    <dgm:cxn modelId="{23F98549-C4B5-444F-A546-8177B3C33A81}" type="presOf" srcId="{D0D9A762-EE1B-47F5-B2A7-296E72B52438}" destId="{764F5C6B-40ED-4A87-9844-C62C4F6EDC24}" srcOrd="0" destOrd="0" presId="urn:microsoft.com/office/officeart/2005/8/layout/process1"/>
    <dgm:cxn modelId="{4BE30F6C-62ED-4EF2-BF64-A13637BA6DF3}" type="presOf" srcId="{AE34F442-2219-4DA0-B88D-2F35B9245BAF}" destId="{91B1CE35-1696-4580-8F4B-85369297F003}" srcOrd="0" destOrd="0" presId="urn:microsoft.com/office/officeart/2005/8/layout/process1"/>
    <dgm:cxn modelId="{483A576D-883B-4AA3-8D20-5EA314EFBC06}" srcId="{AE34F442-2219-4DA0-B88D-2F35B9245BAF}" destId="{B1F00170-354A-4CE4-A515-2AF8CFC3FFA7}" srcOrd="2" destOrd="0" parTransId="{038E0649-3DCF-484E-B4CF-04D39CFAA2A1}" sibTransId="{BABB788B-EB8B-4EEA-B7B0-8A3A115EC0F5}"/>
    <dgm:cxn modelId="{DA7F7A58-001C-426C-95EC-5CF763E9D14C}" type="presOf" srcId="{B1F00170-354A-4CE4-A515-2AF8CFC3FFA7}" destId="{56E79C73-DA67-4672-B61B-36ABAC99E264}" srcOrd="0" destOrd="0" presId="urn:microsoft.com/office/officeart/2005/8/layout/process1"/>
    <dgm:cxn modelId="{C668707F-6FB0-4BB3-A99B-C09584863C71}" type="presOf" srcId="{FC1B2FAB-9A4B-4260-8085-D79EB2B3D2B2}" destId="{A64B3B99-84BB-46EA-8C21-0628C56C432A}" srcOrd="0" destOrd="0" presId="urn:microsoft.com/office/officeart/2005/8/layout/process1"/>
    <dgm:cxn modelId="{927B50AE-0DAA-46E1-A8B7-86CA81764C37}" type="presOf" srcId="{2E02E90B-2724-45B2-A2CA-C9A4939E9E0A}" destId="{F88773B7-6455-4904-BC21-638904A9CE98}" srcOrd="0" destOrd="0" presId="urn:microsoft.com/office/officeart/2005/8/layout/process1"/>
    <dgm:cxn modelId="{4C1783B4-ED19-4198-AAA1-6F17B308F970}" srcId="{AE34F442-2219-4DA0-B88D-2F35B9245BAF}" destId="{D7237189-4569-4ED1-A3B3-6373F57C766C}" srcOrd="1" destOrd="0" parTransId="{EAECC3D4-62B1-4EEE-9FAB-74441B2E4D6A}" sibTransId="{D0D9A762-EE1B-47F5-B2A7-296E72B52438}"/>
    <dgm:cxn modelId="{76B266B9-3451-494A-9FFE-E910B1EED534}" type="presOf" srcId="{D0D9A762-EE1B-47F5-B2A7-296E72B52438}" destId="{AE5F1A6F-D01E-4C2F-AACF-6F93E40C4CFA}" srcOrd="1" destOrd="0" presId="urn:microsoft.com/office/officeart/2005/8/layout/process1"/>
    <dgm:cxn modelId="{4D2A6EB9-F243-41FE-9999-53D7D4AEEE5D}" srcId="{AE34F442-2219-4DA0-B88D-2F35B9245BAF}" destId="{FC1B2FAB-9A4B-4260-8085-D79EB2B3D2B2}" srcOrd="0" destOrd="0" parTransId="{B7D023D7-A312-4FAA-9B56-9CD0845E06D2}" sibTransId="{2E02E90B-2724-45B2-A2CA-C9A4939E9E0A}"/>
    <dgm:cxn modelId="{C48671DF-8A20-412A-A6C8-24F2028BB2D6}" type="presOf" srcId="{D7237189-4569-4ED1-A3B3-6373F57C766C}" destId="{AACD10D9-323C-47D9-AAF9-C6389DD3EE3D}" srcOrd="0" destOrd="0" presId="urn:microsoft.com/office/officeart/2005/8/layout/process1"/>
    <dgm:cxn modelId="{98BAA382-671A-4CC9-81B4-1207C7FDF835}" type="presParOf" srcId="{91B1CE35-1696-4580-8F4B-85369297F003}" destId="{A64B3B99-84BB-46EA-8C21-0628C56C432A}" srcOrd="0" destOrd="0" presId="urn:microsoft.com/office/officeart/2005/8/layout/process1"/>
    <dgm:cxn modelId="{BD4AA84D-3A6B-4E19-8517-416D8038414A}" type="presParOf" srcId="{91B1CE35-1696-4580-8F4B-85369297F003}" destId="{F88773B7-6455-4904-BC21-638904A9CE98}" srcOrd="1" destOrd="0" presId="urn:microsoft.com/office/officeart/2005/8/layout/process1"/>
    <dgm:cxn modelId="{D1D8A39E-2C61-4726-8ECF-A97F4BF6A0AD}" type="presParOf" srcId="{F88773B7-6455-4904-BC21-638904A9CE98}" destId="{D780BAAE-A861-42B5-B576-960213BAAD6C}" srcOrd="0" destOrd="0" presId="urn:microsoft.com/office/officeart/2005/8/layout/process1"/>
    <dgm:cxn modelId="{F39E2057-FAB3-4D57-AC52-E4CFDF8DD934}" type="presParOf" srcId="{91B1CE35-1696-4580-8F4B-85369297F003}" destId="{AACD10D9-323C-47D9-AAF9-C6389DD3EE3D}" srcOrd="2" destOrd="0" presId="urn:microsoft.com/office/officeart/2005/8/layout/process1"/>
    <dgm:cxn modelId="{9E239B28-B733-4A53-A014-237D0FA0022D}" type="presParOf" srcId="{91B1CE35-1696-4580-8F4B-85369297F003}" destId="{764F5C6B-40ED-4A87-9844-C62C4F6EDC24}" srcOrd="3" destOrd="0" presId="urn:microsoft.com/office/officeart/2005/8/layout/process1"/>
    <dgm:cxn modelId="{FD2E556E-6211-4D71-B88F-DD6FAA58AE69}" type="presParOf" srcId="{764F5C6B-40ED-4A87-9844-C62C4F6EDC24}" destId="{AE5F1A6F-D01E-4C2F-AACF-6F93E40C4CFA}" srcOrd="0" destOrd="0" presId="urn:microsoft.com/office/officeart/2005/8/layout/process1"/>
    <dgm:cxn modelId="{83BC2C90-01A1-478E-A11C-C15A217C4066}" type="presParOf" srcId="{91B1CE35-1696-4580-8F4B-85369297F003}" destId="{56E79C73-DA67-4672-B61B-36ABAC99E264}"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823FAE4-A159-495D-8134-725CB59F080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78F08CE-8B1D-4525-B744-7B829ECD5556}">
      <dgm:prSet custT="1"/>
      <dgm:spPr/>
      <dgm:t>
        <a:bodyPr/>
        <a:lstStyle/>
        <a:p>
          <a:pPr rtl="0"/>
          <a:r>
            <a:rPr lang="en-US" sz="1800" b="0" i="0" baseline="0" dirty="0"/>
            <a:t>BPM is never concluded because continuous improvement requires continual change. Companies practicing business process management need to go through the following steps:</a:t>
          </a:r>
          <a:endParaRPr lang="en-US" sz="1800" dirty="0"/>
        </a:p>
      </dgm:t>
    </dgm:pt>
    <dgm:pt modelId="{4797CADD-5C2B-4EB2-B37F-8232A33FDA5D}" type="parTrans" cxnId="{C92E00D8-5570-4FAB-A8DB-1E5FA95FBE0B}">
      <dgm:prSet/>
      <dgm:spPr/>
      <dgm:t>
        <a:bodyPr/>
        <a:lstStyle/>
        <a:p>
          <a:endParaRPr lang="en-US" sz="1600"/>
        </a:p>
      </dgm:t>
    </dgm:pt>
    <dgm:pt modelId="{FEBFF1F2-44A2-4057-BFC5-228087321C31}" type="sibTrans" cxnId="{C92E00D8-5570-4FAB-A8DB-1E5FA95FBE0B}">
      <dgm:prSet/>
      <dgm:spPr/>
      <dgm:t>
        <a:bodyPr/>
        <a:lstStyle/>
        <a:p>
          <a:endParaRPr lang="en-US" sz="1600"/>
        </a:p>
      </dgm:t>
    </dgm:pt>
    <dgm:pt modelId="{11A89E97-0D08-4E89-8026-2DB28551AF9F}">
      <dgm:prSet custT="1"/>
      <dgm:spPr/>
      <dgm:t>
        <a:bodyPr/>
        <a:lstStyle/>
        <a:p>
          <a:pPr rtl="0"/>
          <a:r>
            <a:rPr lang="en-US" sz="1400" b="1" i="0" baseline="0" dirty="0"/>
            <a:t>Identify processes for change: </a:t>
          </a:r>
          <a:r>
            <a:rPr lang="en-US" sz="1400" b="0" i="0" baseline="0" dirty="0"/>
            <a:t>One of the most important strategic decisions that a firm can make is not deciding how to use computers to improve business processes, but rather understanding what business processes need improvement.</a:t>
          </a:r>
          <a:endParaRPr lang="en-US" sz="1400" dirty="0"/>
        </a:p>
      </dgm:t>
    </dgm:pt>
    <dgm:pt modelId="{50C2A28F-F5EE-43E6-A60D-5AA34C914C32}" type="parTrans" cxnId="{B5EC2A0D-2D22-4C7F-87B9-E4BAD2304EC4}">
      <dgm:prSet/>
      <dgm:spPr/>
      <dgm:t>
        <a:bodyPr/>
        <a:lstStyle/>
        <a:p>
          <a:endParaRPr lang="en-US" sz="1600"/>
        </a:p>
      </dgm:t>
    </dgm:pt>
    <dgm:pt modelId="{29092BA1-50B1-4C1D-A8A2-53125EED5F2C}" type="sibTrans" cxnId="{B5EC2A0D-2D22-4C7F-87B9-E4BAD2304EC4}">
      <dgm:prSet/>
      <dgm:spPr/>
      <dgm:t>
        <a:bodyPr/>
        <a:lstStyle/>
        <a:p>
          <a:endParaRPr lang="en-US" sz="1600"/>
        </a:p>
      </dgm:t>
    </dgm:pt>
    <dgm:pt modelId="{DD5A88E0-0F67-4660-A5D9-2BBD1BD85BFF}">
      <dgm:prSet custT="1"/>
      <dgm:spPr/>
      <dgm:t>
        <a:bodyPr/>
        <a:lstStyle/>
        <a:p>
          <a:pPr rtl="0"/>
          <a:r>
            <a:rPr lang="en-US" sz="1400" b="1" i="0" dirty="0"/>
            <a:t>Analyze existing processes: </a:t>
          </a:r>
          <a:r>
            <a:rPr lang="en-US" sz="1400" b="0" i="0" dirty="0"/>
            <a:t>Existing business processes should be modeled and documented, noting inputs, outputs, resources, and the sequence of activities. The process design team identifies redundant steps, paper-intensive tasks, bottlenecks, and other inefficiencies.</a:t>
          </a:r>
          <a:endParaRPr lang="en-US" sz="1400" dirty="0"/>
        </a:p>
      </dgm:t>
    </dgm:pt>
    <dgm:pt modelId="{19CB2EBB-69DE-4C75-B2D5-590745416C0E}" type="parTrans" cxnId="{7723BAC9-65DD-48B1-8008-81BC17FF7B76}">
      <dgm:prSet/>
      <dgm:spPr/>
      <dgm:t>
        <a:bodyPr/>
        <a:lstStyle/>
        <a:p>
          <a:endParaRPr lang="en-US" sz="1600"/>
        </a:p>
      </dgm:t>
    </dgm:pt>
    <dgm:pt modelId="{F9A1693B-3006-41F9-B40F-1B9FD9FD0F1A}" type="sibTrans" cxnId="{7723BAC9-65DD-48B1-8008-81BC17FF7B76}">
      <dgm:prSet/>
      <dgm:spPr/>
      <dgm:t>
        <a:bodyPr/>
        <a:lstStyle/>
        <a:p>
          <a:endParaRPr lang="en-US" sz="1600"/>
        </a:p>
      </dgm:t>
    </dgm:pt>
    <dgm:pt modelId="{3BD7BB7E-C311-428F-8FB3-3B5810436B67}">
      <dgm:prSet custT="1"/>
      <dgm:spPr/>
      <dgm:t>
        <a:bodyPr/>
        <a:lstStyle/>
        <a:p>
          <a:pPr rtl="0"/>
          <a:r>
            <a:rPr lang="en-US" sz="1400" b="1" i="0" dirty="0"/>
            <a:t>Design the new process: </a:t>
          </a:r>
          <a:r>
            <a:rPr lang="en-US" sz="1400" b="0" i="0" dirty="0"/>
            <a:t>Once the existing process is mapped and measured in terms of time and cost, the process design team will try to improve the process by designing a new one. A new streamlined “to-be” process will be documented and modeled for comparison with the old process.</a:t>
          </a:r>
          <a:endParaRPr lang="en-US" sz="1400" dirty="0"/>
        </a:p>
      </dgm:t>
    </dgm:pt>
    <dgm:pt modelId="{E7D9658D-9611-47AA-9621-3F96E3C18F92}" type="parTrans" cxnId="{2B485C23-B4CF-4B8B-B64D-304F41E82615}">
      <dgm:prSet/>
      <dgm:spPr/>
      <dgm:t>
        <a:bodyPr/>
        <a:lstStyle/>
        <a:p>
          <a:endParaRPr lang="en-US" sz="1600"/>
        </a:p>
      </dgm:t>
    </dgm:pt>
    <dgm:pt modelId="{CFE1D27A-6997-4BF4-8DB1-328F030E798F}" type="sibTrans" cxnId="{2B485C23-B4CF-4B8B-B64D-304F41E82615}">
      <dgm:prSet/>
      <dgm:spPr/>
      <dgm:t>
        <a:bodyPr/>
        <a:lstStyle/>
        <a:p>
          <a:endParaRPr lang="en-US" sz="1600"/>
        </a:p>
      </dgm:t>
    </dgm:pt>
    <dgm:pt modelId="{739B0EB8-EAEA-4B6D-98B4-954F787962A7}">
      <dgm:prSet custT="1"/>
      <dgm:spPr/>
      <dgm:t>
        <a:bodyPr/>
        <a:lstStyle/>
        <a:p>
          <a:pPr rtl="0"/>
          <a:r>
            <a:rPr lang="en-US" sz="1400" b="1" i="0" dirty="0"/>
            <a:t>Implement the new process: </a:t>
          </a:r>
          <a:r>
            <a:rPr lang="en-US" sz="1400" b="0" i="0" dirty="0"/>
            <a:t>Once the new process has been thoroughly modeled and analyzed, it must be translated into a new set of procedures and work rules.</a:t>
          </a:r>
          <a:endParaRPr lang="en-US" sz="1400" dirty="0"/>
        </a:p>
      </dgm:t>
    </dgm:pt>
    <dgm:pt modelId="{624BE807-9FA0-4F40-9A63-C87E26A50A56}" type="parTrans" cxnId="{9432A6F1-4CB0-4E3C-A745-86EEE2B71764}">
      <dgm:prSet/>
      <dgm:spPr/>
      <dgm:t>
        <a:bodyPr/>
        <a:lstStyle/>
        <a:p>
          <a:endParaRPr lang="en-US" sz="1600"/>
        </a:p>
      </dgm:t>
    </dgm:pt>
    <dgm:pt modelId="{244AB599-120D-4B02-A529-B2364FB5BC4A}" type="sibTrans" cxnId="{9432A6F1-4CB0-4E3C-A745-86EEE2B71764}">
      <dgm:prSet/>
      <dgm:spPr/>
      <dgm:t>
        <a:bodyPr/>
        <a:lstStyle/>
        <a:p>
          <a:endParaRPr lang="en-US" sz="1600"/>
        </a:p>
      </dgm:t>
    </dgm:pt>
    <dgm:pt modelId="{06A49427-7BA4-473F-898D-103F4CFA9949}">
      <dgm:prSet custT="1"/>
      <dgm:spPr/>
      <dgm:t>
        <a:bodyPr/>
        <a:lstStyle/>
        <a:p>
          <a:pPr rtl="0"/>
          <a:r>
            <a:rPr lang="en-US" sz="1400" b="1" i="0" dirty="0"/>
            <a:t>Continuous measurement: </a:t>
          </a:r>
          <a:r>
            <a:rPr lang="en-US" sz="1400" b="0" i="0" dirty="0"/>
            <a:t>Once a process has been implemented and optimized, it needs to be continually measured.</a:t>
          </a:r>
        </a:p>
      </dgm:t>
    </dgm:pt>
    <dgm:pt modelId="{7A8525E1-856F-427D-AE19-D95C092A6A45}" type="parTrans" cxnId="{AD2CD2C6-F13F-4C10-BEBA-6151236F6928}">
      <dgm:prSet/>
      <dgm:spPr/>
      <dgm:t>
        <a:bodyPr/>
        <a:lstStyle/>
        <a:p>
          <a:endParaRPr lang="en-US" sz="1600"/>
        </a:p>
      </dgm:t>
    </dgm:pt>
    <dgm:pt modelId="{0CFFAD84-3A1F-467C-8A6B-A1D8C8145AD3}" type="sibTrans" cxnId="{AD2CD2C6-F13F-4C10-BEBA-6151236F6928}">
      <dgm:prSet/>
      <dgm:spPr/>
      <dgm:t>
        <a:bodyPr/>
        <a:lstStyle/>
        <a:p>
          <a:endParaRPr lang="en-US" sz="1600"/>
        </a:p>
      </dgm:t>
    </dgm:pt>
    <dgm:pt modelId="{20AAAE22-BDA5-40B8-8C70-A3081F0615CD}" type="pres">
      <dgm:prSet presAssocID="{7823FAE4-A159-495D-8134-725CB59F0806}" presName="linear" presStyleCnt="0">
        <dgm:presLayoutVars>
          <dgm:dir/>
          <dgm:animLvl val="lvl"/>
          <dgm:resizeHandles val="exact"/>
        </dgm:presLayoutVars>
      </dgm:prSet>
      <dgm:spPr/>
    </dgm:pt>
    <dgm:pt modelId="{DC07E7D9-1323-417C-BB0A-D83A22481A8D}" type="pres">
      <dgm:prSet presAssocID="{578F08CE-8B1D-4525-B744-7B829ECD5556}" presName="parentLin" presStyleCnt="0"/>
      <dgm:spPr/>
    </dgm:pt>
    <dgm:pt modelId="{C2DAE597-20ED-47B6-905A-74E4C2962251}" type="pres">
      <dgm:prSet presAssocID="{578F08CE-8B1D-4525-B744-7B829ECD5556}" presName="parentLeftMargin" presStyleLbl="node1" presStyleIdx="0" presStyleCnt="1"/>
      <dgm:spPr/>
    </dgm:pt>
    <dgm:pt modelId="{EF1E790B-8219-46BA-AA31-0ABC62E066D8}" type="pres">
      <dgm:prSet presAssocID="{578F08CE-8B1D-4525-B744-7B829ECD5556}" presName="parentText" presStyleLbl="node1" presStyleIdx="0" presStyleCnt="1" custScaleX="122523" custScaleY="309198">
        <dgm:presLayoutVars>
          <dgm:chMax val="0"/>
          <dgm:bulletEnabled val="1"/>
        </dgm:presLayoutVars>
      </dgm:prSet>
      <dgm:spPr/>
    </dgm:pt>
    <dgm:pt modelId="{44734ED7-5874-4CD9-8AD4-0DC9DA9103C3}" type="pres">
      <dgm:prSet presAssocID="{578F08CE-8B1D-4525-B744-7B829ECD5556}" presName="negativeSpace" presStyleCnt="0"/>
      <dgm:spPr/>
    </dgm:pt>
    <dgm:pt modelId="{AB5719A8-D9E7-42E7-BE8C-7A4A73084F45}" type="pres">
      <dgm:prSet presAssocID="{578F08CE-8B1D-4525-B744-7B829ECD5556}" presName="childText" presStyleLbl="conFgAcc1" presStyleIdx="0" presStyleCnt="1">
        <dgm:presLayoutVars>
          <dgm:bulletEnabled val="1"/>
        </dgm:presLayoutVars>
      </dgm:prSet>
      <dgm:spPr/>
    </dgm:pt>
  </dgm:ptLst>
  <dgm:cxnLst>
    <dgm:cxn modelId="{B5EC2A0D-2D22-4C7F-87B9-E4BAD2304EC4}" srcId="{578F08CE-8B1D-4525-B744-7B829ECD5556}" destId="{11A89E97-0D08-4E89-8026-2DB28551AF9F}" srcOrd="0" destOrd="0" parTransId="{50C2A28F-F5EE-43E6-A60D-5AA34C914C32}" sibTransId="{29092BA1-50B1-4C1D-A8A2-53125EED5F2C}"/>
    <dgm:cxn modelId="{2B485C23-B4CF-4B8B-B64D-304F41E82615}" srcId="{578F08CE-8B1D-4525-B744-7B829ECD5556}" destId="{3BD7BB7E-C311-428F-8FB3-3B5810436B67}" srcOrd="2" destOrd="0" parTransId="{E7D9658D-9611-47AA-9621-3F96E3C18F92}" sibTransId="{CFE1D27A-6997-4BF4-8DB1-328F030E798F}"/>
    <dgm:cxn modelId="{34AB1C39-BEE3-41DB-98F9-C09B7BBBBCCF}" type="presOf" srcId="{3BD7BB7E-C311-428F-8FB3-3B5810436B67}" destId="{AB5719A8-D9E7-42E7-BE8C-7A4A73084F45}" srcOrd="0" destOrd="2" presId="urn:microsoft.com/office/officeart/2005/8/layout/list1"/>
    <dgm:cxn modelId="{DDF1503A-AD3F-4D97-8238-AD5B45A53E57}" type="presOf" srcId="{739B0EB8-EAEA-4B6D-98B4-954F787962A7}" destId="{AB5719A8-D9E7-42E7-BE8C-7A4A73084F45}" srcOrd="0" destOrd="3" presId="urn:microsoft.com/office/officeart/2005/8/layout/list1"/>
    <dgm:cxn modelId="{26224A4E-835E-4DBA-B897-C5C2F390B4FB}" type="presOf" srcId="{06A49427-7BA4-473F-898D-103F4CFA9949}" destId="{AB5719A8-D9E7-42E7-BE8C-7A4A73084F45}" srcOrd="0" destOrd="4" presId="urn:microsoft.com/office/officeart/2005/8/layout/list1"/>
    <dgm:cxn modelId="{DDAD9A99-AB13-4C5A-A6DC-94A7E1843155}" type="presOf" srcId="{7823FAE4-A159-495D-8134-725CB59F0806}" destId="{20AAAE22-BDA5-40B8-8C70-A3081F0615CD}" srcOrd="0" destOrd="0" presId="urn:microsoft.com/office/officeart/2005/8/layout/list1"/>
    <dgm:cxn modelId="{9A6775AD-7740-4EDE-9CEB-C1466C4B3625}" type="presOf" srcId="{578F08CE-8B1D-4525-B744-7B829ECD5556}" destId="{C2DAE597-20ED-47B6-905A-74E4C2962251}" srcOrd="0" destOrd="0" presId="urn:microsoft.com/office/officeart/2005/8/layout/list1"/>
    <dgm:cxn modelId="{AD2CD2C6-F13F-4C10-BEBA-6151236F6928}" srcId="{578F08CE-8B1D-4525-B744-7B829ECD5556}" destId="{06A49427-7BA4-473F-898D-103F4CFA9949}" srcOrd="4" destOrd="0" parTransId="{7A8525E1-856F-427D-AE19-D95C092A6A45}" sibTransId="{0CFFAD84-3A1F-467C-8A6B-A1D8C8145AD3}"/>
    <dgm:cxn modelId="{7723BAC9-65DD-48B1-8008-81BC17FF7B76}" srcId="{578F08CE-8B1D-4525-B744-7B829ECD5556}" destId="{DD5A88E0-0F67-4660-A5D9-2BBD1BD85BFF}" srcOrd="1" destOrd="0" parTransId="{19CB2EBB-69DE-4C75-B2D5-590745416C0E}" sibTransId="{F9A1693B-3006-41F9-B40F-1B9FD9FD0F1A}"/>
    <dgm:cxn modelId="{E289DCCB-5BF3-4D93-95A8-DE63D92295BF}" type="presOf" srcId="{11A89E97-0D08-4E89-8026-2DB28551AF9F}" destId="{AB5719A8-D9E7-42E7-BE8C-7A4A73084F45}" srcOrd="0" destOrd="0" presId="urn:microsoft.com/office/officeart/2005/8/layout/list1"/>
    <dgm:cxn modelId="{15DD7CCD-D7B1-4982-BFE5-4E414DB5E463}" type="presOf" srcId="{DD5A88E0-0F67-4660-A5D9-2BBD1BD85BFF}" destId="{AB5719A8-D9E7-42E7-BE8C-7A4A73084F45}" srcOrd="0" destOrd="1" presId="urn:microsoft.com/office/officeart/2005/8/layout/list1"/>
    <dgm:cxn modelId="{C92E00D8-5570-4FAB-A8DB-1E5FA95FBE0B}" srcId="{7823FAE4-A159-495D-8134-725CB59F0806}" destId="{578F08CE-8B1D-4525-B744-7B829ECD5556}" srcOrd="0" destOrd="0" parTransId="{4797CADD-5C2B-4EB2-B37F-8232A33FDA5D}" sibTransId="{FEBFF1F2-44A2-4057-BFC5-228087321C31}"/>
    <dgm:cxn modelId="{9432A6F1-4CB0-4E3C-A745-86EEE2B71764}" srcId="{578F08CE-8B1D-4525-B744-7B829ECD5556}" destId="{739B0EB8-EAEA-4B6D-98B4-954F787962A7}" srcOrd="3" destOrd="0" parTransId="{624BE807-9FA0-4F40-9A63-C87E26A50A56}" sibTransId="{244AB599-120D-4B02-A529-B2364FB5BC4A}"/>
    <dgm:cxn modelId="{B0A6E3FF-3F87-4136-9B19-E7F1E52A083F}" type="presOf" srcId="{578F08CE-8B1D-4525-B744-7B829ECD5556}" destId="{EF1E790B-8219-46BA-AA31-0ABC62E066D8}" srcOrd="1" destOrd="0" presId="urn:microsoft.com/office/officeart/2005/8/layout/list1"/>
    <dgm:cxn modelId="{1D9361FD-B07C-4CD9-8A8D-6919E645A38C}" type="presParOf" srcId="{20AAAE22-BDA5-40B8-8C70-A3081F0615CD}" destId="{DC07E7D9-1323-417C-BB0A-D83A22481A8D}" srcOrd="0" destOrd="0" presId="urn:microsoft.com/office/officeart/2005/8/layout/list1"/>
    <dgm:cxn modelId="{D4C5141A-547D-43D5-9F93-46CC668C2656}" type="presParOf" srcId="{DC07E7D9-1323-417C-BB0A-D83A22481A8D}" destId="{C2DAE597-20ED-47B6-905A-74E4C2962251}" srcOrd="0" destOrd="0" presId="urn:microsoft.com/office/officeart/2005/8/layout/list1"/>
    <dgm:cxn modelId="{E15D237C-5118-4443-9E7A-0E26C3C5ABDD}" type="presParOf" srcId="{DC07E7D9-1323-417C-BB0A-D83A22481A8D}" destId="{EF1E790B-8219-46BA-AA31-0ABC62E066D8}" srcOrd="1" destOrd="0" presId="urn:microsoft.com/office/officeart/2005/8/layout/list1"/>
    <dgm:cxn modelId="{16F4800C-207A-4DF0-8ADC-BA52B1018BEE}" type="presParOf" srcId="{20AAAE22-BDA5-40B8-8C70-A3081F0615CD}" destId="{44734ED7-5874-4CD9-8AD4-0DC9DA9103C3}" srcOrd="1" destOrd="0" presId="urn:microsoft.com/office/officeart/2005/8/layout/list1"/>
    <dgm:cxn modelId="{6004F82A-CF96-4AA4-A6EB-B63AF0EDC9D6}" type="presParOf" srcId="{20AAAE22-BDA5-40B8-8C70-A3081F0615CD}" destId="{AB5719A8-D9E7-42E7-BE8C-7A4A73084F45}"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7823FAE4-A159-495D-8134-725CB59F0806}" type="doc">
      <dgm:prSet loTypeId="urn:microsoft.com/office/officeart/2005/8/layout/hList1" loCatId="list" qsTypeId="urn:microsoft.com/office/officeart/2005/8/quickstyle/simple2" qsCatId="simple" csTypeId="urn:microsoft.com/office/officeart/2005/8/colors/accent1_2" csCatId="accent1" phldr="1"/>
      <dgm:spPr/>
      <dgm:t>
        <a:bodyPr/>
        <a:lstStyle/>
        <a:p>
          <a:endParaRPr lang="en-US"/>
        </a:p>
      </dgm:t>
    </dgm:pt>
    <dgm:pt modelId="{11A89E97-0D08-4E89-8026-2DB28551AF9F}">
      <dgm:prSet custT="1"/>
      <dgm:spPr/>
      <dgm:t>
        <a:bodyPr/>
        <a:lstStyle/>
        <a:p>
          <a:pPr rtl="0"/>
          <a:r>
            <a:rPr lang="en-US" sz="1600" b="0" i="0" dirty="0"/>
            <a:t>Planning &amp; strategic alignment: </a:t>
          </a:r>
          <a:endParaRPr lang="en-US" sz="1600" dirty="0"/>
        </a:p>
      </dgm:t>
    </dgm:pt>
    <dgm:pt modelId="{50C2A28F-F5EE-43E6-A60D-5AA34C914C32}" type="parTrans" cxnId="{B5EC2A0D-2D22-4C7F-87B9-E4BAD2304EC4}">
      <dgm:prSet/>
      <dgm:spPr/>
      <dgm:t>
        <a:bodyPr/>
        <a:lstStyle/>
        <a:p>
          <a:endParaRPr lang="en-US" sz="1600"/>
        </a:p>
      </dgm:t>
    </dgm:pt>
    <dgm:pt modelId="{29092BA1-50B1-4C1D-A8A2-53125EED5F2C}" type="sibTrans" cxnId="{B5EC2A0D-2D22-4C7F-87B9-E4BAD2304EC4}">
      <dgm:prSet/>
      <dgm:spPr/>
      <dgm:t>
        <a:bodyPr/>
        <a:lstStyle/>
        <a:p>
          <a:endParaRPr lang="en-US" sz="1600"/>
        </a:p>
      </dgm:t>
    </dgm:pt>
    <dgm:pt modelId="{1BA0B0B6-91A3-4E9C-A9FA-F3D05D51171E}">
      <dgm:prSet custT="1"/>
      <dgm:spPr/>
      <dgm:t>
        <a:bodyPr/>
        <a:lstStyle/>
        <a:p>
          <a:pPr rtl="0"/>
          <a:r>
            <a:rPr lang="en-US" sz="1400" b="0" i="0" dirty="0">
              <a:latin typeface="Calibri" pitchFamily="34" charset="0"/>
            </a:rPr>
            <a:t>Organization profiling</a:t>
          </a:r>
          <a:endParaRPr lang="en-US" sz="1400" dirty="0">
            <a:latin typeface="Calibri" pitchFamily="34" charset="0"/>
          </a:endParaRPr>
        </a:p>
      </dgm:t>
    </dgm:pt>
    <dgm:pt modelId="{1D4918E7-7D51-42CC-AB05-3A26330707AD}" type="parTrans" cxnId="{F884D398-6B60-45DB-B63C-A83621EBFCC4}">
      <dgm:prSet/>
      <dgm:spPr/>
      <dgm:t>
        <a:bodyPr/>
        <a:lstStyle/>
        <a:p>
          <a:endParaRPr lang="en-US"/>
        </a:p>
      </dgm:t>
    </dgm:pt>
    <dgm:pt modelId="{13A5598E-9121-41D1-9D7D-184635C2F142}" type="sibTrans" cxnId="{F884D398-6B60-45DB-B63C-A83621EBFCC4}">
      <dgm:prSet/>
      <dgm:spPr/>
      <dgm:t>
        <a:bodyPr/>
        <a:lstStyle/>
        <a:p>
          <a:endParaRPr lang="en-US"/>
        </a:p>
      </dgm:t>
    </dgm:pt>
    <dgm:pt modelId="{BEE4697A-9FB9-4A60-BB2B-A8E83AFE585F}">
      <dgm:prSet custT="1"/>
      <dgm:spPr/>
      <dgm:t>
        <a:bodyPr/>
        <a:lstStyle/>
        <a:p>
          <a:r>
            <a:rPr lang="en-US" sz="1400" b="0" i="0" dirty="0">
              <a:latin typeface="Calibri" pitchFamily="34" charset="0"/>
            </a:rPr>
            <a:t>Identifying primary, management, and support processes</a:t>
          </a:r>
        </a:p>
      </dgm:t>
    </dgm:pt>
    <dgm:pt modelId="{233667C0-C2AB-4057-B127-E44A3B509005}" type="parTrans" cxnId="{5D584124-8FD1-4E25-8FCC-8E98C8025967}">
      <dgm:prSet/>
      <dgm:spPr/>
      <dgm:t>
        <a:bodyPr/>
        <a:lstStyle/>
        <a:p>
          <a:endParaRPr lang="en-US"/>
        </a:p>
      </dgm:t>
    </dgm:pt>
    <dgm:pt modelId="{C03DCD87-40BC-44D3-9342-07E5E5BC36E4}" type="sibTrans" cxnId="{5D584124-8FD1-4E25-8FCC-8E98C8025967}">
      <dgm:prSet/>
      <dgm:spPr/>
      <dgm:t>
        <a:bodyPr/>
        <a:lstStyle/>
        <a:p>
          <a:endParaRPr lang="en-US"/>
        </a:p>
      </dgm:t>
    </dgm:pt>
    <dgm:pt modelId="{7D903383-C1F3-43A5-864F-506B8316F019}">
      <dgm:prSet custT="1"/>
      <dgm:spPr/>
      <dgm:t>
        <a:bodyPr/>
        <a:lstStyle/>
        <a:p>
          <a:r>
            <a:rPr lang="en-US" sz="1400" b="0" i="0" dirty="0">
              <a:latin typeface="Calibri" pitchFamily="34" charset="0"/>
            </a:rPr>
            <a:t>Noting key performance indicators (KPIs)</a:t>
          </a:r>
        </a:p>
      </dgm:t>
    </dgm:pt>
    <dgm:pt modelId="{6879993E-7A7B-4D01-8F00-8C408B22325B}" type="parTrans" cxnId="{39EBB24F-7BED-4DEA-B129-BFA0152147F3}">
      <dgm:prSet/>
      <dgm:spPr/>
      <dgm:t>
        <a:bodyPr/>
        <a:lstStyle/>
        <a:p>
          <a:endParaRPr lang="en-US"/>
        </a:p>
      </dgm:t>
    </dgm:pt>
    <dgm:pt modelId="{6627B64B-E0D2-42A5-BAFB-57294C6F3DD7}" type="sibTrans" cxnId="{39EBB24F-7BED-4DEA-B129-BFA0152147F3}">
      <dgm:prSet/>
      <dgm:spPr/>
      <dgm:t>
        <a:bodyPr/>
        <a:lstStyle/>
        <a:p>
          <a:endParaRPr lang="en-US"/>
        </a:p>
      </dgm:t>
    </dgm:pt>
    <dgm:pt modelId="{D60BD5F9-4A7E-48F7-BFA9-37FEF86DFB7C}">
      <dgm:prSet custT="1"/>
      <dgm:spPr/>
      <dgm:t>
        <a:bodyPr/>
        <a:lstStyle/>
        <a:p>
          <a:r>
            <a:rPr lang="en-US" sz="1400" b="0" i="0" dirty="0">
              <a:latin typeface="Calibri" pitchFamily="34" charset="0"/>
            </a:rPr>
            <a:t>Preparing for process analysis</a:t>
          </a:r>
        </a:p>
      </dgm:t>
    </dgm:pt>
    <dgm:pt modelId="{A01CE2BD-4FC3-4BC6-9266-A62DAE16D209}" type="parTrans" cxnId="{FA39A7E7-4751-48BF-A2BC-45D8508E3D5B}">
      <dgm:prSet/>
      <dgm:spPr/>
      <dgm:t>
        <a:bodyPr/>
        <a:lstStyle/>
        <a:p>
          <a:endParaRPr lang="en-US"/>
        </a:p>
      </dgm:t>
    </dgm:pt>
    <dgm:pt modelId="{73D45486-5B2E-4152-8700-F89FB2D011CA}" type="sibTrans" cxnId="{FA39A7E7-4751-48BF-A2BC-45D8508E3D5B}">
      <dgm:prSet/>
      <dgm:spPr/>
      <dgm:t>
        <a:bodyPr/>
        <a:lstStyle/>
        <a:p>
          <a:endParaRPr lang="en-US"/>
        </a:p>
      </dgm:t>
    </dgm:pt>
    <dgm:pt modelId="{358014B1-D01F-4DBB-81E1-DE0B51F69825}">
      <dgm:prSet custT="1"/>
      <dgm:spPr/>
      <dgm:t>
        <a:bodyPr/>
        <a:lstStyle/>
        <a:p>
          <a:r>
            <a:rPr lang="en-US" sz="1600" b="0" i="0" dirty="0"/>
            <a:t>Process analysis</a:t>
          </a:r>
        </a:p>
      </dgm:t>
    </dgm:pt>
    <dgm:pt modelId="{403C6B4A-666D-4BD8-88EC-B8B40E1EB22D}" type="parTrans" cxnId="{C6754A67-45B9-42C7-9BA8-DE2B9B94BD19}">
      <dgm:prSet/>
      <dgm:spPr/>
      <dgm:t>
        <a:bodyPr/>
        <a:lstStyle/>
        <a:p>
          <a:endParaRPr lang="en-US"/>
        </a:p>
      </dgm:t>
    </dgm:pt>
    <dgm:pt modelId="{52D42205-AAA0-4EF3-8D2A-17D500E597A5}" type="sibTrans" cxnId="{C6754A67-45B9-42C7-9BA8-DE2B9B94BD19}">
      <dgm:prSet/>
      <dgm:spPr/>
      <dgm:t>
        <a:bodyPr/>
        <a:lstStyle/>
        <a:p>
          <a:endParaRPr lang="en-US"/>
        </a:p>
      </dgm:t>
    </dgm:pt>
    <dgm:pt modelId="{1C93C5FA-EF6E-4A4C-B4BF-C32019C55351}">
      <dgm:prSet custT="1"/>
      <dgm:spPr/>
      <dgm:t>
        <a:bodyPr/>
        <a:lstStyle/>
        <a:p>
          <a:r>
            <a:rPr lang="en-US" sz="1400" b="0" i="0" dirty="0">
              <a:latin typeface="Calibri" pitchFamily="34" charset="0"/>
            </a:rPr>
            <a:t>In this stage, one needs to observe the process as it is currently practiced in order to get a complete picture.</a:t>
          </a:r>
        </a:p>
      </dgm:t>
    </dgm:pt>
    <dgm:pt modelId="{944A226C-D69D-4220-9140-59F6677E7776}" type="parTrans" cxnId="{2D235476-E644-447C-BEA6-8875424B6FB0}">
      <dgm:prSet/>
      <dgm:spPr/>
      <dgm:t>
        <a:bodyPr/>
        <a:lstStyle/>
        <a:p>
          <a:endParaRPr lang="en-US"/>
        </a:p>
      </dgm:t>
    </dgm:pt>
    <dgm:pt modelId="{B86DD85A-E96A-48F1-AF89-149DF14B5E8B}" type="sibTrans" cxnId="{2D235476-E644-447C-BEA6-8875424B6FB0}">
      <dgm:prSet/>
      <dgm:spPr/>
      <dgm:t>
        <a:bodyPr/>
        <a:lstStyle/>
        <a:p>
          <a:endParaRPr lang="en-US"/>
        </a:p>
      </dgm:t>
    </dgm:pt>
    <dgm:pt modelId="{70B389F8-DA3E-4791-9F00-DA121B35855F}">
      <dgm:prSet custT="1"/>
      <dgm:spPr/>
      <dgm:t>
        <a:bodyPr/>
        <a:lstStyle/>
        <a:p>
          <a:r>
            <a:rPr lang="en-US" sz="1400" b="0" i="0" dirty="0">
              <a:latin typeface="Calibri" pitchFamily="34" charset="0"/>
            </a:rPr>
            <a:t>Based on the nature of the processes, the method of analysis chosen may be qualitative / quantitative. </a:t>
          </a:r>
        </a:p>
      </dgm:t>
    </dgm:pt>
    <dgm:pt modelId="{A95F59E3-52E2-439A-A8C5-8FA3B5C5292F}" type="parTrans" cxnId="{3864B6B8-E654-4BB4-9547-128BF1A39543}">
      <dgm:prSet/>
      <dgm:spPr/>
      <dgm:t>
        <a:bodyPr/>
        <a:lstStyle/>
        <a:p>
          <a:endParaRPr lang="en-US"/>
        </a:p>
      </dgm:t>
    </dgm:pt>
    <dgm:pt modelId="{6C85E297-49EB-4ADE-89A2-709FEAA949DD}" type="sibTrans" cxnId="{3864B6B8-E654-4BB4-9547-128BF1A39543}">
      <dgm:prSet/>
      <dgm:spPr/>
      <dgm:t>
        <a:bodyPr/>
        <a:lstStyle/>
        <a:p>
          <a:endParaRPr lang="en-US"/>
        </a:p>
      </dgm:t>
    </dgm:pt>
    <dgm:pt modelId="{F55E64FD-CC99-4907-9981-904F0741201D}">
      <dgm:prSet custT="1"/>
      <dgm:spPr/>
      <dgm:t>
        <a:bodyPr/>
        <a:lstStyle/>
        <a:p>
          <a:r>
            <a:rPr lang="en-US" sz="1600" b="0" i="0" dirty="0"/>
            <a:t>Process design</a:t>
          </a:r>
          <a:endParaRPr lang="en-US" sz="1200" b="0" i="0" dirty="0"/>
        </a:p>
      </dgm:t>
    </dgm:pt>
    <dgm:pt modelId="{F4C03EB5-5C96-4DF5-9BF3-0B9DA676684B}" type="parTrans" cxnId="{16C20FF5-F461-4739-A4C0-C72F79649544}">
      <dgm:prSet/>
      <dgm:spPr/>
      <dgm:t>
        <a:bodyPr/>
        <a:lstStyle/>
        <a:p>
          <a:endParaRPr lang="en-US"/>
        </a:p>
      </dgm:t>
    </dgm:pt>
    <dgm:pt modelId="{A9236149-4655-4F8B-9E7D-A5C1477A73F7}" type="sibTrans" cxnId="{16C20FF5-F461-4739-A4C0-C72F79649544}">
      <dgm:prSet/>
      <dgm:spPr/>
      <dgm:t>
        <a:bodyPr/>
        <a:lstStyle/>
        <a:p>
          <a:endParaRPr lang="en-US"/>
        </a:p>
      </dgm:t>
    </dgm:pt>
    <dgm:pt modelId="{831FDCD0-4CF9-4846-9106-8B5AE4240204}">
      <dgm:prSet custT="1"/>
      <dgm:spPr/>
      <dgm:t>
        <a:bodyPr/>
        <a:lstStyle/>
        <a:p>
          <a:r>
            <a:rPr lang="en-US" sz="1400" b="0" i="0" dirty="0">
              <a:latin typeface="Calibri" pitchFamily="34" charset="0"/>
            </a:rPr>
            <a:t>Observations from process analysis are put to use in the design stage.</a:t>
          </a:r>
        </a:p>
      </dgm:t>
    </dgm:pt>
    <dgm:pt modelId="{F7D8164D-9902-4FCB-AB28-574E24C3D1B3}" type="parTrans" cxnId="{2FB86791-C5AC-49D0-A583-0C632EEA26F7}">
      <dgm:prSet/>
      <dgm:spPr/>
      <dgm:t>
        <a:bodyPr/>
        <a:lstStyle/>
        <a:p>
          <a:endParaRPr lang="en-US"/>
        </a:p>
      </dgm:t>
    </dgm:pt>
    <dgm:pt modelId="{6D0DE5DF-CCDF-42A5-BDEF-A9662B43992C}" type="sibTrans" cxnId="{2FB86791-C5AC-49D0-A583-0C632EEA26F7}">
      <dgm:prSet/>
      <dgm:spPr/>
      <dgm:t>
        <a:bodyPr/>
        <a:lstStyle/>
        <a:p>
          <a:endParaRPr lang="en-US"/>
        </a:p>
      </dgm:t>
    </dgm:pt>
    <dgm:pt modelId="{A33A0EFC-F05F-4321-A968-1030566420B7}">
      <dgm:prSet custT="1"/>
      <dgm:spPr/>
      <dgm:t>
        <a:bodyPr/>
        <a:lstStyle/>
        <a:p>
          <a:r>
            <a:rPr lang="en-US" sz="1400" b="0" i="0" dirty="0">
              <a:latin typeface="Calibri" pitchFamily="34" charset="0"/>
            </a:rPr>
            <a:t>Continuous process improvement</a:t>
          </a:r>
        </a:p>
      </dgm:t>
    </dgm:pt>
    <dgm:pt modelId="{23DCF335-BEE2-4781-8027-68C55946A882}" type="parTrans" cxnId="{15BF20FB-5BC2-4E7D-B4E0-F121001BEBEA}">
      <dgm:prSet/>
      <dgm:spPr/>
      <dgm:t>
        <a:bodyPr/>
        <a:lstStyle/>
        <a:p>
          <a:endParaRPr lang="en-US"/>
        </a:p>
      </dgm:t>
    </dgm:pt>
    <dgm:pt modelId="{69E6A689-12EA-4497-A0D8-EF3911D177AD}" type="sibTrans" cxnId="{15BF20FB-5BC2-4E7D-B4E0-F121001BEBEA}">
      <dgm:prSet/>
      <dgm:spPr/>
      <dgm:t>
        <a:bodyPr/>
        <a:lstStyle/>
        <a:p>
          <a:endParaRPr lang="en-US"/>
        </a:p>
      </dgm:t>
    </dgm:pt>
    <dgm:pt modelId="{242EA041-44A5-4B70-9AEB-0BEB99D3FE66}">
      <dgm:prSet custT="1"/>
      <dgm:spPr/>
      <dgm:t>
        <a:bodyPr/>
        <a:lstStyle/>
        <a:p>
          <a:r>
            <a:rPr lang="en-US" sz="1400" b="0" i="0" dirty="0">
              <a:latin typeface="Calibri" pitchFamily="34" charset="0"/>
            </a:rPr>
            <a:t>Redesign </a:t>
          </a:r>
        </a:p>
      </dgm:t>
    </dgm:pt>
    <dgm:pt modelId="{086EE724-D8D6-486E-B52F-83E26C48C8B8}" type="parTrans" cxnId="{E3D5B5A2-5345-4DA2-8212-3910A0BB7681}">
      <dgm:prSet/>
      <dgm:spPr/>
      <dgm:t>
        <a:bodyPr/>
        <a:lstStyle/>
        <a:p>
          <a:endParaRPr lang="en-US"/>
        </a:p>
      </dgm:t>
    </dgm:pt>
    <dgm:pt modelId="{624DC140-49F1-4423-AD8B-C1E29C376DBD}" type="sibTrans" cxnId="{E3D5B5A2-5345-4DA2-8212-3910A0BB7681}">
      <dgm:prSet/>
      <dgm:spPr/>
      <dgm:t>
        <a:bodyPr/>
        <a:lstStyle/>
        <a:p>
          <a:endParaRPr lang="en-US"/>
        </a:p>
      </dgm:t>
    </dgm:pt>
    <dgm:pt modelId="{3EAF9C00-7F6B-4B10-A0C8-9201DEF7970F}">
      <dgm:prSet custT="1"/>
      <dgm:spPr/>
      <dgm:t>
        <a:bodyPr/>
        <a:lstStyle/>
        <a:p>
          <a:r>
            <a:rPr lang="en-US" sz="1600" b="0" i="0" dirty="0"/>
            <a:t>Implementing the process</a:t>
          </a:r>
        </a:p>
      </dgm:t>
    </dgm:pt>
    <dgm:pt modelId="{1777C576-621A-4683-9E53-216442066A2E}" type="parTrans" cxnId="{EBBCBE3D-8346-491F-81F1-21D57A14774C}">
      <dgm:prSet/>
      <dgm:spPr/>
      <dgm:t>
        <a:bodyPr/>
        <a:lstStyle/>
        <a:p>
          <a:endParaRPr lang="en-US"/>
        </a:p>
      </dgm:t>
    </dgm:pt>
    <dgm:pt modelId="{ED382CBD-EAE9-4784-A2EC-A53D47617782}" type="sibTrans" cxnId="{EBBCBE3D-8346-491F-81F1-21D57A14774C}">
      <dgm:prSet/>
      <dgm:spPr/>
      <dgm:t>
        <a:bodyPr/>
        <a:lstStyle/>
        <a:p>
          <a:endParaRPr lang="en-US"/>
        </a:p>
      </dgm:t>
    </dgm:pt>
    <dgm:pt modelId="{8E4B65B0-F9D5-4BD0-A102-4F533E809669}">
      <dgm:prSet custT="1"/>
      <dgm:spPr/>
      <dgm:t>
        <a:bodyPr/>
        <a:lstStyle/>
        <a:p>
          <a:r>
            <a:rPr lang="en-US" sz="1600" b="0" i="0" dirty="0"/>
            <a:t>Process monitoring</a:t>
          </a:r>
        </a:p>
      </dgm:t>
    </dgm:pt>
    <dgm:pt modelId="{E36C34CD-2411-4EE5-99D2-6CDE6156DDE2}" type="parTrans" cxnId="{8F072161-56FD-4B1A-9AD7-F00757391A9F}">
      <dgm:prSet/>
      <dgm:spPr/>
      <dgm:t>
        <a:bodyPr/>
        <a:lstStyle/>
        <a:p>
          <a:endParaRPr lang="en-US"/>
        </a:p>
      </dgm:t>
    </dgm:pt>
    <dgm:pt modelId="{D162B19C-A8E4-4838-BD61-4B8B25E2B2A7}" type="sibTrans" cxnId="{8F072161-56FD-4B1A-9AD7-F00757391A9F}">
      <dgm:prSet/>
      <dgm:spPr/>
      <dgm:t>
        <a:bodyPr/>
        <a:lstStyle/>
        <a:p>
          <a:endParaRPr lang="en-US"/>
        </a:p>
      </dgm:t>
    </dgm:pt>
    <dgm:pt modelId="{B83BCE7E-3898-4536-9946-B2FB80D08B4F}">
      <dgm:prSet custT="1"/>
      <dgm:spPr/>
      <dgm:t>
        <a:bodyPr/>
        <a:lstStyle/>
        <a:p>
          <a:r>
            <a:rPr lang="en-US" sz="1400" b="0" i="0" dirty="0">
              <a:latin typeface="Calibri" pitchFamily="34" charset="0"/>
            </a:rPr>
            <a:t>Systemic and non-systemic implementation</a:t>
          </a:r>
          <a:endParaRPr lang="en-US" sz="1400" dirty="0">
            <a:latin typeface="Calibri" pitchFamily="34" charset="0"/>
          </a:endParaRPr>
        </a:p>
      </dgm:t>
    </dgm:pt>
    <dgm:pt modelId="{B40E18D6-971D-4BDC-80D8-FD64642DB88F}" type="parTrans" cxnId="{58306C05-C9BA-45D2-A8B8-896BD141EAA6}">
      <dgm:prSet/>
      <dgm:spPr/>
      <dgm:t>
        <a:bodyPr/>
        <a:lstStyle/>
        <a:p>
          <a:endParaRPr lang="en-US"/>
        </a:p>
      </dgm:t>
    </dgm:pt>
    <dgm:pt modelId="{B6E050C2-A67E-4C92-85E0-B3DD7D771608}" type="sibTrans" cxnId="{58306C05-C9BA-45D2-A8B8-896BD141EAA6}">
      <dgm:prSet/>
      <dgm:spPr/>
      <dgm:t>
        <a:bodyPr/>
        <a:lstStyle/>
        <a:p>
          <a:endParaRPr lang="en-US"/>
        </a:p>
      </dgm:t>
    </dgm:pt>
    <dgm:pt modelId="{5EF8263E-B163-478E-AADB-E6363941E840}">
      <dgm:prSet custT="1"/>
      <dgm:spPr/>
      <dgm:t>
        <a:bodyPr/>
        <a:lstStyle/>
        <a:p>
          <a:r>
            <a:rPr lang="en-US" sz="1400" b="0" i="0" dirty="0">
              <a:latin typeface="Calibri" pitchFamily="34" charset="0"/>
            </a:rPr>
            <a:t>The choice between the two types depends on the nature of the business process and resources available to the organization.</a:t>
          </a:r>
          <a:endParaRPr lang="en-US" sz="1400" dirty="0">
            <a:latin typeface="Calibri" pitchFamily="34" charset="0"/>
          </a:endParaRPr>
        </a:p>
      </dgm:t>
    </dgm:pt>
    <dgm:pt modelId="{A37130F8-4A8C-4D31-B47B-D796CD87D11D}" type="parTrans" cxnId="{BD12320D-09B3-410F-B3B5-C176CC8C0E82}">
      <dgm:prSet/>
      <dgm:spPr/>
      <dgm:t>
        <a:bodyPr/>
        <a:lstStyle/>
        <a:p>
          <a:endParaRPr lang="en-US"/>
        </a:p>
      </dgm:t>
    </dgm:pt>
    <dgm:pt modelId="{8E818CFC-F71F-442D-97EE-50D019D0E1B3}" type="sibTrans" cxnId="{BD12320D-09B3-410F-B3B5-C176CC8C0E82}">
      <dgm:prSet/>
      <dgm:spPr/>
      <dgm:t>
        <a:bodyPr/>
        <a:lstStyle/>
        <a:p>
          <a:endParaRPr lang="en-US"/>
        </a:p>
      </dgm:t>
    </dgm:pt>
    <dgm:pt modelId="{1E713D56-6531-46C9-B454-5E13F70A7220}">
      <dgm:prSet custT="1"/>
      <dgm:spPr/>
      <dgm:t>
        <a:bodyPr/>
        <a:lstStyle/>
        <a:p>
          <a:r>
            <a:rPr lang="en-US" sz="1400" b="0" i="0" dirty="0">
              <a:latin typeface="Calibri" pitchFamily="34" charset="0"/>
            </a:rPr>
            <a:t>In this stage, previously identified KPIs are monitored to ensure that the process is aligning with the organization’s overarching goals.</a:t>
          </a:r>
          <a:endParaRPr lang="en-US" sz="1400" dirty="0">
            <a:latin typeface="Calibri" pitchFamily="34" charset="0"/>
          </a:endParaRPr>
        </a:p>
      </dgm:t>
    </dgm:pt>
    <dgm:pt modelId="{3988444B-9033-43D1-8851-0570B9D34EE0}" type="parTrans" cxnId="{61670CB4-E9EB-4783-8B29-06F5FF07BAE1}">
      <dgm:prSet/>
      <dgm:spPr/>
      <dgm:t>
        <a:bodyPr/>
        <a:lstStyle/>
        <a:p>
          <a:endParaRPr lang="en-US"/>
        </a:p>
      </dgm:t>
    </dgm:pt>
    <dgm:pt modelId="{F34D67D8-5FE0-4283-B5C3-AFE55144E2BE}" type="sibTrans" cxnId="{61670CB4-E9EB-4783-8B29-06F5FF07BAE1}">
      <dgm:prSet/>
      <dgm:spPr/>
      <dgm:t>
        <a:bodyPr/>
        <a:lstStyle/>
        <a:p>
          <a:endParaRPr lang="en-US"/>
        </a:p>
      </dgm:t>
    </dgm:pt>
    <dgm:pt modelId="{9B5DA492-6584-45AF-8331-CE5952A07E60}">
      <dgm:prSet custT="1"/>
      <dgm:spPr/>
      <dgm:t>
        <a:bodyPr/>
        <a:lstStyle/>
        <a:p>
          <a:r>
            <a:rPr lang="en-US" sz="1600" b="0" i="0" dirty="0"/>
            <a:t>Process refinement</a:t>
          </a:r>
          <a:endParaRPr lang="en-US" sz="1600" dirty="0"/>
        </a:p>
      </dgm:t>
    </dgm:pt>
    <dgm:pt modelId="{2D13C0B1-7539-479D-A7EC-2DAD92386065}" type="parTrans" cxnId="{697B2454-9329-487B-8514-4489B0C0E193}">
      <dgm:prSet/>
      <dgm:spPr/>
      <dgm:t>
        <a:bodyPr/>
        <a:lstStyle/>
        <a:p>
          <a:endParaRPr lang="en-US"/>
        </a:p>
      </dgm:t>
    </dgm:pt>
    <dgm:pt modelId="{DF989742-5B2B-4A2E-B8A6-A568A51F9C88}" type="sibTrans" cxnId="{697B2454-9329-487B-8514-4489B0C0E193}">
      <dgm:prSet/>
      <dgm:spPr/>
      <dgm:t>
        <a:bodyPr/>
        <a:lstStyle/>
        <a:p>
          <a:endParaRPr lang="en-US"/>
        </a:p>
      </dgm:t>
    </dgm:pt>
    <dgm:pt modelId="{4CBA9FA3-AB6B-4909-A014-31BEBC5129E1}">
      <dgm:prSet custT="1"/>
      <dgm:spPr/>
      <dgm:t>
        <a:bodyPr/>
        <a:lstStyle/>
        <a:p>
          <a:r>
            <a:rPr lang="en-US" sz="1400" b="0" i="0" dirty="0">
              <a:latin typeface="Calibri" pitchFamily="34" charset="0"/>
            </a:rPr>
            <a:t>In the refinement stage, one makes the effort to close the gap between current performance and the modeled process with carefully measured changes.</a:t>
          </a:r>
          <a:endParaRPr lang="en-US" sz="1400" dirty="0">
            <a:latin typeface="Calibri" pitchFamily="34" charset="0"/>
          </a:endParaRPr>
        </a:p>
      </dgm:t>
    </dgm:pt>
    <dgm:pt modelId="{C4D78437-6B52-409A-8FAA-7191C7E7D1CD}" type="parTrans" cxnId="{C07660EB-73BD-4B9F-A5E2-AF2386B6F708}">
      <dgm:prSet/>
      <dgm:spPr/>
      <dgm:t>
        <a:bodyPr/>
        <a:lstStyle/>
        <a:p>
          <a:endParaRPr lang="en-US"/>
        </a:p>
      </dgm:t>
    </dgm:pt>
    <dgm:pt modelId="{1B609246-62DE-482E-9B7D-C44D383711A3}" type="sibTrans" cxnId="{C07660EB-73BD-4B9F-A5E2-AF2386B6F708}">
      <dgm:prSet/>
      <dgm:spPr/>
      <dgm:t>
        <a:bodyPr/>
        <a:lstStyle/>
        <a:p>
          <a:endParaRPr lang="en-US"/>
        </a:p>
      </dgm:t>
    </dgm:pt>
    <dgm:pt modelId="{108878EB-C2E2-4CC1-8EC3-3E925E81B404}" type="pres">
      <dgm:prSet presAssocID="{7823FAE4-A159-495D-8134-725CB59F0806}" presName="Name0" presStyleCnt="0">
        <dgm:presLayoutVars>
          <dgm:dir/>
          <dgm:animLvl val="lvl"/>
          <dgm:resizeHandles val="exact"/>
        </dgm:presLayoutVars>
      </dgm:prSet>
      <dgm:spPr/>
    </dgm:pt>
    <dgm:pt modelId="{53F20169-22AF-42A3-BAF5-8E194A550584}" type="pres">
      <dgm:prSet presAssocID="{11A89E97-0D08-4E89-8026-2DB28551AF9F}" presName="composite" presStyleCnt="0"/>
      <dgm:spPr/>
    </dgm:pt>
    <dgm:pt modelId="{E968992E-6F9C-40A1-A9B0-86D6B713ACD1}" type="pres">
      <dgm:prSet presAssocID="{11A89E97-0D08-4E89-8026-2DB28551AF9F}" presName="parTx" presStyleLbl="alignNode1" presStyleIdx="0" presStyleCnt="6" custScaleY="158199">
        <dgm:presLayoutVars>
          <dgm:chMax val="0"/>
          <dgm:chPref val="0"/>
          <dgm:bulletEnabled val="1"/>
        </dgm:presLayoutVars>
      </dgm:prSet>
      <dgm:spPr/>
    </dgm:pt>
    <dgm:pt modelId="{A216915B-02B4-446B-AC25-3F470C83C878}" type="pres">
      <dgm:prSet presAssocID="{11A89E97-0D08-4E89-8026-2DB28551AF9F}" presName="desTx" presStyleLbl="alignAccFollowNode1" presStyleIdx="0" presStyleCnt="6" custLinFactNeighborY="7925">
        <dgm:presLayoutVars>
          <dgm:bulletEnabled val="1"/>
        </dgm:presLayoutVars>
      </dgm:prSet>
      <dgm:spPr/>
    </dgm:pt>
    <dgm:pt modelId="{659B43D3-52E0-4F15-984F-D2405195E636}" type="pres">
      <dgm:prSet presAssocID="{29092BA1-50B1-4C1D-A8A2-53125EED5F2C}" presName="space" presStyleCnt="0"/>
      <dgm:spPr/>
    </dgm:pt>
    <dgm:pt modelId="{F3B774BB-37D5-4727-93C3-56D3B99063B0}" type="pres">
      <dgm:prSet presAssocID="{358014B1-D01F-4DBB-81E1-DE0B51F69825}" presName="composite" presStyleCnt="0"/>
      <dgm:spPr/>
    </dgm:pt>
    <dgm:pt modelId="{1AD5EF17-271D-4D15-B2D1-300BAEC0F00D}" type="pres">
      <dgm:prSet presAssocID="{358014B1-D01F-4DBB-81E1-DE0B51F69825}" presName="parTx" presStyleLbl="alignNode1" presStyleIdx="1" presStyleCnt="6">
        <dgm:presLayoutVars>
          <dgm:chMax val="0"/>
          <dgm:chPref val="0"/>
          <dgm:bulletEnabled val="1"/>
        </dgm:presLayoutVars>
      </dgm:prSet>
      <dgm:spPr/>
    </dgm:pt>
    <dgm:pt modelId="{BF055634-7063-4542-83C0-6FEC0596A2AC}" type="pres">
      <dgm:prSet presAssocID="{358014B1-D01F-4DBB-81E1-DE0B51F69825}" presName="desTx" presStyleLbl="alignAccFollowNode1" presStyleIdx="1" presStyleCnt="6" custLinFactNeighborY="7925">
        <dgm:presLayoutVars>
          <dgm:bulletEnabled val="1"/>
        </dgm:presLayoutVars>
      </dgm:prSet>
      <dgm:spPr/>
    </dgm:pt>
    <dgm:pt modelId="{F13AADD7-742B-4C6D-9F1A-3F164EEB434A}" type="pres">
      <dgm:prSet presAssocID="{52D42205-AAA0-4EF3-8D2A-17D500E597A5}" presName="space" presStyleCnt="0"/>
      <dgm:spPr/>
    </dgm:pt>
    <dgm:pt modelId="{9808C2E3-FEF6-4293-AAC1-FDC5F2C12759}" type="pres">
      <dgm:prSet presAssocID="{F55E64FD-CC99-4907-9981-904F0741201D}" presName="composite" presStyleCnt="0"/>
      <dgm:spPr/>
    </dgm:pt>
    <dgm:pt modelId="{904E8871-D429-49BC-89A6-89E6F96A230A}" type="pres">
      <dgm:prSet presAssocID="{F55E64FD-CC99-4907-9981-904F0741201D}" presName="parTx" presStyleLbl="alignNode1" presStyleIdx="2" presStyleCnt="6">
        <dgm:presLayoutVars>
          <dgm:chMax val="0"/>
          <dgm:chPref val="0"/>
          <dgm:bulletEnabled val="1"/>
        </dgm:presLayoutVars>
      </dgm:prSet>
      <dgm:spPr/>
    </dgm:pt>
    <dgm:pt modelId="{713CA399-69DC-4137-A005-9F1C31071854}" type="pres">
      <dgm:prSet presAssocID="{F55E64FD-CC99-4907-9981-904F0741201D}" presName="desTx" presStyleLbl="alignAccFollowNode1" presStyleIdx="2" presStyleCnt="6" custLinFactNeighborY="7925">
        <dgm:presLayoutVars>
          <dgm:bulletEnabled val="1"/>
        </dgm:presLayoutVars>
      </dgm:prSet>
      <dgm:spPr/>
    </dgm:pt>
    <dgm:pt modelId="{35D80E6C-73FC-4A45-9F44-1F620E028C8A}" type="pres">
      <dgm:prSet presAssocID="{A9236149-4655-4F8B-9E7D-A5C1477A73F7}" presName="space" presStyleCnt="0"/>
      <dgm:spPr/>
    </dgm:pt>
    <dgm:pt modelId="{7B22DAAC-F002-436A-9A92-C5B0EB3E1BA6}" type="pres">
      <dgm:prSet presAssocID="{3EAF9C00-7F6B-4B10-A0C8-9201DEF7970F}" presName="composite" presStyleCnt="0"/>
      <dgm:spPr/>
    </dgm:pt>
    <dgm:pt modelId="{95D1D9E4-6ABA-4CAD-9B42-ADEEA1A85783}" type="pres">
      <dgm:prSet presAssocID="{3EAF9C00-7F6B-4B10-A0C8-9201DEF7970F}" presName="parTx" presStyleLbl="alignNode1" presStyleIdx="3" presStyleCnt="6" custScaleY="202412" custLinFactNeighborX="-3970" custLinFactNeighborY="-33723">
        <dgm:presLayoutVars>
          <dgm:chMax val="0"/>
          <dgm:chPref val="0"/>
          <dgm:bulletEnabled val="1"/>
        </dgm:presLayoutVars>
      </dgm:prSet>
      <dgm:spPr/>
    </dgm:pt>
    <dgm:pt modelId="{870A5EAB-AE68-4B3A-A57E-7BCAA1B8A420}" type="pres">
      <dgm:prSet presAssocID="{3EAF9C00-7F6B-4B10-A0C8-9201DEF7970F}" presName="desTx" presStyleLbl="alignAccFollowNode1" presStyleIdx="3" presStyleCnt="6" custLinFactNeighborY="4505">
        <dgm:presLayoutVars>
          <dgm:bulletEnabled val="1"/>
        </dgm:presLayoutVars>
      </dgm:prSet>
      <dgm:spPr/>
    </dgm:pt>
    <dgm:pt modelId="{E712DA28-3EB6-4508-A319-F0089ECE9D41}" type="pres">
      <dgm:prSet presAssocID="{ED382CBD-EAE9-4784-A2EC-A53D47617782}" presName="space" presStyleCnt="0"/>
      <dgm:spPr/>
    </dgm:pt>
    <dgm:pt modelId="{E75942A5-8182-423B-BCF2-A94DAEC4738A}" type="pres">
      <dgm:prSet presAssocID="{8E4B65B0-F9D5-4BD0-A102-4F533E809669}" presName="composite" presStyleCnt="0"/>
      <dgm:spPr/>
    </dgm:pt>
    <dgm:pt modelId="{AA7C9DB5-9C26-480D-92A3-DF878C7AC5AA}" type="pres">
      <dgm:prSet presAssocID="{8E4B65B0-F9D5-4BD0-A102-4F533E809669}" presName="parTx" presStyleLbl="alignNode1" presStyleIdx="4" presStyleCnt="6">
        <dgm:presLayoutVars>
          <dgm:chMax val="0"/>
          <dgm:chPref val="0"/>
          <dgm:bulletEnabled val="1"/>
        </dgm:presLayoutVars>
      </dgm:prSet>
      <dgm:spPr/>
    </dgm:pt>
    <dgm:pt modelId="{8D3D382C-06D8-457B-8A0A-3201D5F669C6}" type="pres">
      <dgm:prSet presAssocID="{8E4B65B0-F9D5-4BD0-A102-4F533E809669}" presName="desTx" presStyleLbl="alignAccFollowNode1" presStyleIdx="4" presStyleCnt="6" custLinFactNeighborY="7925">
        <dgm:presLayoutVars>
          <dgm:bulletEnabled val="1"/>
        </dgm:presLayoutVars>
      </dgm:prSet>
      <dgm:spPr/>
    </dgm:pt>
    <dgm:pt modelId="{4A094CE7-1EC6-4EFC-AEA9-255BC8465BEB}" type="pres">
      <dgm:prSet presAssocID="{D162B19C-A8E4-4838-BD61-4B8B25E2B2A7}" presName="space" presStyleCnt="0"/>
      <dgm:spPr/>
    </dgm:pt>
    <dgm:pt modelId="{9DCBE40B-422C-48BA-9765-746D359783ED}" type="pres">
      <dgm:prSet presAssocID="{9B5DA492-6584-45AF-8331-CE5952A07E60}" presName="composite" presStyleCnt="0"/>
      <dgm:spPr/>
    </dgm:pt>
    <dgm:pt modelId="{201E9904-BF37-4EB1-BD47-4DAEC75FC9C4}" type="pres">
      <dgm:prSet presAssocID="{9B5DA492-6584-45AF-8331-CE5952A07E60}" presName="parTx" presStyleLbl="alignNode1" presStyleIdx="5" presStyleCnt="6">
        <dgm:presLayoutVars>
          <dgm:chMax val="0"/>
          <dgm:chPref val="0"/>
          <dgm:bulletEnabled val="1"/>
        </dgm:presLayoutVars>
      </dgm:prSet>
      <dgm:spPr/>
    </dgm:pt>
    <dgm:pt modelId="{E70CC4FB-88C1-4627-95B0-0CBC46BE6ABA}" type="pres">
      <dgm:prSet presAssocID="{9B5DA492-6584-45AF-8331-CE5952A07E60}" presName="desTx" presStyleLbl="alignAccFollowNode1" presStyleIdx="5" presStyleCnt="6" custLinFactNeighborY="7925">
        <dgm:presLayoutVars>
          <dgm:bulletEnabled val="1"/>
        </dgm:presLayoutVars>
      </dgm:prSet>
      <dgm:spPr/>
    </dgm:pt>
  </dgm:ptLst>
  <dgm:cxnLst>
    <dgm:cxn modelId="{58306C05-C9BA-45D2-A8B8-896BD141EAA6}" srcId="{3EAF9C00-7F6B-4B10-A0C8-9201DEF7970F}" destId="{B83BCE7E-3898-4536-9946-B2FB80D08B4F}" srcOrd="0" destOrd="0" parTransId="{B40E18D6-971D-4BDC-80D8-FD64642DB88F}" sibTransId="{B6E050C2-A67E-4C92-85E0-B3DD7D771608}"/>
    <dgm:cxn modelId="{B5EC2A0D-2D22-4C7F-87B9-E4BAD2304EC4}" srcId="{7823FAE4-A159-495D-8134-725CB59F0806}" destId="{11A89E97-0D08-4E89-8026-2DB28551AF9F}" srcOrd="0" destOrd="0" parTransId="{50C2A28F-F5EE-43E6-A60D-5AA34C914C32}" sibTransId="{29092BA1-50B1-4C1D-A8A2-53125EED5F2C}"/>
    <dgm:cxn modelId="{BD12320D-09B3-410F-B3B5-C176CC8C0E82}" srcId="{3EAF9C00-7F6B-4B10-A0C8-9201DEF7970F}" destId="{5EF8263E-B163-478E-AADB-E6363941E840}" srcOrd="1" destOrd="0" parTransId="{A37130F8-4A8C-4D31-B47B-D796CD87D11D}" sibTransId="{8E818CFC-F71F-442D-97EE-50D019D0E1B3}"/>
    <dgm:cxn modelId="{2A808314-166A-4976-9FF7-95135F6B1C57}" type="presOf" srcId="{831FDCD0-4CF9-4846-9106-8B5AE4240204}" destId="{713CA399-69DC-4137-A005-9F1C31071854}" srcOrd="0" destOrd="0" presId="urn:microsoft.com/office/officeart/2005/8/layout/hList1"/>
    <dgm:cxn modelId="{6EE94E1B-B37D-4E93-8388-C83088F37C5C}" type="presOf" srcId="{A33A0EFC-F05F-4321-A968-1030566420B7}" destId="{713CA399-69DC-4137-A005-9F1C31071854}" srcOrd="0" destOrd="1" presId="urn:microsoft.com/office/officeart/2005/8/layout/hList1"/>
    <dgm:cxn modelId="{5D584124-8FD1-4E25-8FCC-8E98C8025967}" srcId="{11A89E97-0D08-4E89-8026-2DB28551AF9F}" destId="{BEE4697A-9FB9-4A60-BB2B-A8E83AFE585F}" srcOrd="1" destOrd="0" parTransId="{233667C0-C2AB-4057-B127-E44A3B509005}" sibTransId="{C03DCD87-40BC-44D3-9342-07E5E5BC36E4}"/>
    <dgm:cxn modelId="{3F51F02E-5559-4D92-A666-6B29A7BA38B5}" type="presOf" srcId="{3EAF9C00-7F6B-4B10-A0C8-9201DEF7970F}" destId="{95D1D9E4-6ABA-4CAD-9B42-ADEEA1A85783}" srcOrd="0" destOrd="0" presId="urn:microsoft.com/office/officeart/2005/8/layout/hList1"/>
    <dgm:cxn modelId="{BE283130-1E50-4819-9190-558CED8365F2}" type="presOf" srcId="{242EA041-44A5-4B70-9AEB-0BEB99D3FE66}" destId="{713CA399-69DC-4137-A005-9F1C31071854}" srcOrd="0" destOrd="2" presId="urn:microsoft.com/office/officeart/2005/8/layout/hList1"/>
    <dgm:cxn modelId="{EBBCBE3D-8346-491F-81F1-21D57A14774C}" srcId="{7823FAE4-A159-495D-8134-725CB59F0806}" destId="{3EAF9C00-7F6B-4B10-A0C8-9201DEF7970F}" srcOrd="3" destOrd="0" parTransId="{1777C576-621A-4683-9E53-216442066A2E}" sibTransId="{ED382CBD-EAE9-4784-A2EC-A53D47617782}"/>
    <dgm:cxn modelId="{8F072161-56FD-4B1A-9AD7-F00757391A9F}" srcId="{7823FAE4-A159-495D-8134-725CB59F0806}" destId="{8E4B65B0-F9D5-4BD0-A102-4F533E809669}" srcOrd="4" destOrd="0" parTransId="{E36C34CD-2411-4EE5-99D2-6CDE6156DDE2}" sibTransId="{D162B19C-A8E4-4838-BD61-4B8B25E2B2A7}"/>
    <dgm:cxn modelId="{57202742-5B79-4766-8996-43166A2EB5DE}" type="presOf" srcId="{70B389F8-DA3E-4791-9F00-DA121B35855F}" destId="{BF055634-7063-4542-83C0-6FEC0596A2AC}" srcOrd="0" destOrd="1" presId="urn:microsoft.com/office/officeart/2005/8/layout/hList1"/>
    <dgm:cxn modelId="{C6754A67-45B9-42C7-9BA8-DE2B9B94BD19}" srcId="{7823FAE4-A159-495D-8134-725CB59F0806}" destId="{358014B1-D01F-4DBB-81E1-DE0B51F69825}" srcOrd="1" destOrd="0" parTransId="{403C6B4A-666D-4BD8-88EC-B8B40E1EB22D}" sibTransId="{52D42205-AAA0-4EF3-8D2A-17D500E597A5}"/>
    <dgm:cxn modelId="{A4866549-56C3-46A9-A94A-163C21E7D463}" type="presOf" srcId="{8E4B65B0-F9D5-4BD0-A102-4F533E809669}" destId="{AA7C9DB5-9C26-480D-92A3-DF878C7AC5AA}" srcOrd="0" destOrd="0" presId="urn:microsoft.com/office/officeart/2005/8/layout/hList1"/>
    <dgm:cxn modelId="{2BD66B4D-427B-48C8-BA49-577B1C99C96D}" type="presOf" srcId="{1E713D56-6531-46C9-B454-5E13F70A7220}" destId="{8D3D382C-06D8-457B-8A0A-3201D5F669C6}" srcOrd="0" destOrd="0" presId="urn:microsoft.com/office/officeart/2005/8/layout/hList1"/>
    <dgm:cxn modelId="{39EBB24F-7BED-4DEA-B129-BFA0152147F3}" srcId="{11A89E97-0D08-4E89-8026-2DB28551AF9F}" destId="{7D903383-C1F3-43A5-864F-506B8316F019}" srcOrd="2" destOrd="0" parTransId="{6879993E-7A7B-4D01-8F00-8C408B22325B}" sibTransId="{6627B64B-E0D2-42A5-BAFB-57294C6F3DD7}"/>
    <dgm:cxn modelId="{32444151-1FBD-489E-98E7-E13F29D97260}" type="presOf" srcId="{7D903383-C1F3-43A5-864F-506B8316F019}" destId="{A216915B-02B4-446B-AC25-3F470C83C878}" srcOrd="0" destOrd="2" presId="urn:microsoft.com/office/officeart/2005/8/layout/hList1"/>
    <dgm:cxn modelId="{9E35C651-AE41-4380-AC68-38CDE3BB4D43}" type="presOf" srcId="{7823FAE4-A159-495D-8134-725CB59F0806}" destId="{108878EB-C2E2-4CC1-8EC3-3E925E81B404}" srcOrd="0" destOrd="0" presId="urn:microsoft.com/office/officeart/2005/8/layout/hList1"/>
    <dgm:cxn modelId="{697B2454-9329-487B-8514-4489B0C0E193}" srcId="{7823FAE4-A159-495D-8134-725CB59F0806}" destId="{9B5DA492-6584-45AF-8331-CE5952A07E60}" srcOrd="5" destOrd="0" parTransId="{2D13C0B1-7539-479D-A7EC-2DAD92386065}" sibTransId="{DF989742-5B2B-4A2E-B8A6-A568A51F9C88}"/>
    <dgm:cxn modelId="{2D235476-E644-447C-BEA6-8875424B6FB0}" srcId="{358014B1-D01F-4DBB-81E1-DE0B51F69825}" destId="{1C93C5FA-EF6E-4A4C-B4BF-C32019C55351}" srcOrd="0" destOrd="0" parTransId="{944A226C-D69D-4220-9140-59F6677E7776}" sibTransId="{B86DD85A-E96A-48F1-AF89-149DF14B5E8B}"/>
    <dgm:cxn modelId="{C92AF184-7E93-410F-846F-8CEC238C340A}" type="presOf" srcId="{D60BD5F9-4A7E-48F7-BFA9-37FEF86DFB7C}" destId="{A216915B-02B4-446B-AC25-3F470C83C878}" srcOrd="0" destOrd="3" presId="urn:microsoft.com/office/officeart/2005/8/layout/hList1"/>
    <dgm:cxn modelId="{6E3BAD86-F00B-4747-9389-6CF0AAC2AF03}" type="presOf" srcId="{9B5DA492-6584-45AF-8331-CE5952A07E60}" destId="{201E9904-BF37-4EB1-BD47-4DAEC75FC9C4}" srcOrd="0" destOrd="0" presId="urn:microsoft.com/office/officeart/2005/8/layout/hList1"/>
    <dgm:cxn modelId="{2FB86791-C5AC-49D0-A583-0C632EEA26F7}" srcId="{F55E64FD-CC99-4907-9981-904F0741201D}" destId="{831FDCD0-4CF9-4846-9106-8B5AE4240204}" srcOrd="0" destOrd="0" parTransId="{F7D8164D-9902-4FCB-AB28-574E24C3D1B3}" sibTransId="{6D0DE5DF-CCDF-42A5-BDEF-A9662B43992C}"/>
    <dgm:cxn modelId="{F884D398-6B60-45DB-B63C-A83621EBFCC4}" srcId="{11A89E97-0D08-4E89-8026-2DB28551AF9F}" destId="{1BA0B0B6-91A3-4E9C-A9FA-F3D05D51171E}" srcOrd="0" destOrd="0" parTransId="{1D4918E7-7D51-42CC-AB05-3A26330707AD}" sibTransId="{13A5598E-9121-41D1-9D7D-184635C2F142}"/>
    <dgm:cxn modelId="{6FC4FE9E-DFBC-453B-A46A-0BA88E633B23}" type="presOf" srcId="{BEE4697A-9FB9-4A60-BB2B-A8E83AFE585F}" destId="{A216915B-02B4-446B-AC25-3F470C83C878}" srcOrd="0" destOrd="1" presId="urn:microsoft.com/office/officeart/2005/8/layout/hList1"/>
    <dgm:cxn modelId="{E3D5B5A2-5345-4DA2-8212-3910A0BB7681}" srcId="{F55E64FD-CC99-4907-9981-904F0741201D}" destId="{242EA041-44A5-4B70-9AEB-0BEB99D3FE66}" srcOrd="2" destOrd="0" parTransId="{086EE724-D8D6-486E-B52F-83E26C48C8B8}" sibTransId="{624DC140-49F1-4423-AD8B-C1E29C376DBD}"/>
    <dgm:cxn modelId="{BEF591A3-F438-4827-A0CA-BD0F01F2D4F1}" type="presOf" srcId="{1BA0B0B6-91A3-4E9C-A9FA-F3D05D51171E}" destId="{A216915B-02B4-446B-AC25-3F470C83C878}" srcOrd="0" destOrd="0" presId="urn:microsoft.com/office/officeart/2005/8/layout/hList1"/>
    <dgm:cxn modelId="{61670CB4-E9EB-4783-8B29-06F5FF07BAE1}" srcId="{8E4B65B0-F9D5-4BD0-A102-4F533E809669}" destId="{1E713D56-6531-46C9-B454-5E13F70A7220}" srcOrd="0" destOrd="0" parTransId="{3988444B-9033-43D1-8851-0570B9D34EE0}" sibTransId="{F34D67D8-5FE0-4283-B5C3-AFE55144E2BE}"/>
    <dgm:cxn modelId="{5691ADB8-55D5-4FBC-89FD-503A833D40AB}" type="presOf" srcId="{1C93C5FA-EF6E-4A4C-B4BF-C32019C55351}" destId="{BF055634-7063-4542-83C0-6FEC0596A2AC}" srcOrd="0" destOrd="0" presId="urn:microsoft.com/office/officeart/2005/8/layout/hList1"/>
    <dgm:cxn modelId="{3864B6B8-E654-4BB4-9547-128BF1A39543}" srcId="{358014B1-D01F-4DBB-81E1-DE0B51F69825}" destId="{70B389F8-DA3E-4791-9F00-DA121B35855F}" srcOrd="1" destOrd="0" parTransId="{A95F59E3-52E2-439A-A8C5-8FA3B5C5292F}" sibTransId="{6C85E297-49EB-4ADE-89A2-709FEAA949DD}"/>
    <dgm:cxn modelId="{46B727CA-34FC-435B-82D4-07CDC562B20D}" type="presOf" srcId="{5EF8263E-B163-478E-AADB-E6363941E840}" destId="{870A5EAB-AE68-4B3A-A57E-7BCAA1B8A420}" srcOrd="0" destOrd="1" presId="urn:microsoft.com/office/officeart/2005/8/layout/hList1"/>
    <dgm:cxn modelId="{D3A383E0-BC3E-4164-924A-2A6F6AB03F3E}" type="presOf" srcId="{B83BCE7E-3898-4536-9946-B2FB80D08B4F}" destId="{870A5EAB-AE68-4B3A-A57E-7BCAA1B8A420}" srcOrd="0" destOrd="0" presId="urn:microsoft.com/office/officeart/2005/8/layout/hList1"/>
    <dgm:cxn modelId="{FA39A7E7-4751-48BF-A2BC-45D8508E3D5B}" srcId="{11A89E97-0D08-4E89-8026-2DB28551AF9F}" destId="{D60BD5F9-4A7E-48F7-BFA9-37FEF86DFB7C}" srcOrd="3" destOrd="0" parTransId="{A01CE2BD-4FC3-4BC6-9266-A62DAE16D209}" sibTransId="{73D45486-5B2E-4152-8700-F89FB2D011CA}"/>
    <dgm:cxn modelId="{1A42EEE8-81E2-4280-81BE-2EAB908D6895}" type="presOf" srcId="{11A89E97-0D08-4E89-8026-2DB28551AF9F}" destId="{E968992E-6F9C-40A1-A9B0-86D6B713ACD1}" srcOrd="0" destOrd="0" presId="urn:microsoft.com/office/officeart/2005/8/layout/hList1"/>
    <dgm:cxn modelId="{C07660EB-73BD-4B9F-A5E2-AF2386B6F708}" srcId="{9B5DA492-6584-45AF-8331-CE5952A07E60}" destId="{4CBA9FA3-AB6B-4909-A014-31BEBC5129E1}" srcOrd="0" destOrd="0" parTransId="{C4D78437-6B52-409A-8FAA-7191C7E7D1CD}" sibTransId="{1B609246-62DE-482E-9B7D-C44D383711A3}"/>
    <dgm:cxn modelId="{16C20FF5-F461-4739-A4C0-C72F79649544}" srcId="{7823FAE4-A159-495D-8134-725CB59F0806}" destId="{F55E64FD-CC99-4907-9981-904F0741201D}" srcOrd="2" destOrd="0" parTransId="{F4C03EB5-5C96-4DF5-9BF3-0B9DA676684B}" sibTransId="{A9236149-4655-4F8B-9E7D-A5C1477A73F7}"/>
    <dgm:cxn modelId="{15BF20FB-5BC2-4E7D-B4E0-F121001BEBEA}" srcId="{F55E64FD-CC99-4907-9981-904F0741201D}" destId="{A33A0EFC-F05F-4321-A968-1030566420B7}" srcOrd="1" destOrd="0" parTransId="{23DCF335-BEE2-4781-8027-68C55946A882}" sibTransId="{69E6A689-12EA-4497-A0D8-EF3911D177AD}"/>
    <dgm:cxn modelId="{04F8BAFD-3EB2-4E06-B3D1-F3EF05E3B985}" type="presOf" srcId="{358014B1-D01F-4DBB-81E1-DE0B51F69825}" destId="{1AD5EF17-271D-4D15-B2D1-300BAEC0F00D}" srcOrd="0" destOrd="0" presId="urn:microsoft.com/office/officeart/2005/8/layout/hList1"/>
    <dgm:cxn modelId="{773ECBFD-A61B-4635-96C7-E83F86E5A3A6}" type="presOf" srcId="{F55E64FD-CC99-4907-9981-904F0741201D}" destId="{904E8871-D429-49BC-89A6-89E6F96A230A}" srcOrd="0" destOrd="0" presId="urn:microsoft.com/office/officeart/2005/8/layout/hList1"/>
    <dgm:cxn modelId="{42C069FE-8CE9-4D61-B7FD-D48E11111825}" type="presOf" srcId="{4CBA9FA3-AB6B-4909-A014-31BEBC5129E1}" destId="{E70CC4FB-88C1-4627-95B0-0CBC46BE6ABA}" srcOrd="0" destOrd="0" presId="urn:microsoft.com/office/officeart/2005/8/layout/hList1"/>
    <dgm:cxn modelId="{BC0B53DD-5253-415B-AD88-309F10BF88E7}" type="presParOf" srcId="{108878EB-C2E2-4CC1-8EC3-3E925E81B404}" destId="{53F20169-22AF-42A3-BAF5-8E194A550584}" srcOrd="0" destOrd="0" presId="urn:microsoft.com/office/officeart/2005/8/layout/hList1"/>
    <dgm:cxn modelId="{573A63AB-F17F-4A72-90B1-01481EF5381A}" type="presParOf" srcId="{53F20169-22AF-42A3-BAF5-8E194A550584}" destId="{E968992E-6F9C-40A1-A9B0-86D6B713ACD1}" srcOrd="0" destOrd="0" presId="urn:microsoft.com/office/officeart/2005/8/layout/hList1"/>
    <dgm:cxn modelId="{68CC6EDA-9646-4B74-A4EA-450BB953D760}" type="presParOf" srcId="{53F20169-22AF-42A3-BAF5-8E194A550584}" destId="{A216915B-02B4-446B-AC25-3F470C83C878}" srcOrd="1" destOrd="0" presId="urn:microsoft.com/office/officeart/2005/8/layout/hList1"/>
    <dgm:cxn modelId="{407CFF07-9290-46FE-92EF-DBDFE3541EF5}" type="presParOf" srcId="{108878EB-C2E2-4CC1-8EC3-3E925E81B404}" destId="{659B43D3-52E0-4F15-984F-D2405195E636}" srcOrd="1" destOrd="0" presId="urn:microsoft.com/office/officeart/2005/8/layout/hList1"/>
    <dgm:cxn modelId="{3319A146-F9DC-4908-9CC0-6223883B35B5}" type="presParOf" srcId="{108878EB-C2E2-4CC1-8EC3-3E925E81B404}" destId="{F3B774BB-37D5-4727-93C3-56D3B99063B0}" srcOrd="2" destOrd="0" presId="urn:microsoft.com/office/officeart/2005/8/layout/hList1"/>
    <dgm:cxn modelId="{B79BC0C6-7C01-4E00-B8DB-18FAF4F35D19}" type="presParOf" srcId="{F3B774BB-37D5-4727-93C3-56D3B99063B0}" destId="{1AD5EF17-271D-4D15-B2D1-300BAEC0F00D}" srcOrd="0" destOrd="0" presId="urn:microsoft.com/office/officeart/2005/8/layout/hList1"/>
    <dgm:cxn modelId="{8AB2B679-3F48-4F29-9B11-06A189BF9BC6}" type="presParOf" srcId="{F3B774BB-37D5-4727-93C3-56D3B99063B0}" destId="{BF055634-7063-4542-83C0-6FEC0596A2AC}" srcOrd="1" destOrd="0" presId="urn:microsoft.com/office/officeart/2005/8/layout/hList1"/>
    <dgm:cxn modelId="{83D25916-C6E4-470D-97F7-55B3DA6D82F1}" type="presParOf" srcId="{108878EB-C2E2-4CC1-8EC3-3E925E81B404}" destId="{F13AADD7-742B-4C6D-9F1A-3F164EEB434A}" srcOrd="3" destOrd="0" presId="urn:microsoft.com/office/officeart/2005/8/layout/hList1"/>
    <dgm:cxn modelId="{618ABCAA-3544-4360-8E81-731A4DC5C2BA}" type="presParOf" srcId="{108878EB-C2E2-4CC1-8EC3-3E925E81B404}" destId="{9808C2E3-FEF6-4293-AAC1-FDC5F2C12759}" srcOrd="4" destOrd="0" presId="urn:microsoft.com/office/officeart/2005/8/layout/hList1"/>
    <dgm:cxn modelId="{93DB4D59-2225-40F7-B490-FEFDF8B5A6AE}" type="presParOf" srcId="{9808C2E3-FEF6-4293-AAC1-FDC5F2C12759}" destId="{904E8871-D429-49BC-89A6-89E6F96A230A}" srcOrd="0" destOrd="0" presId="urn:microsoft.com/office/officeart/2005/8/layout/hList1"/>
    <dgm:cxn modelId="{054EB9A9-15E7-4E1A-BA64-D8F248199457}" type="presParOf" srcId="{9808C2E3-FEF6-4293-AAC1-FDC5F2C12759}" destId="{713CA399-69DC-4137-A005-9F1C31071854}" srcOrd="1" destOrd="0" presId="urn:microsoft.com/office/officeart/2005/8/layout/hList1"/>
    <dgm:cxn modelId="{0C9513BC-020C-4133-A637-8A2374C55816}" type="presParOf" srcId="{108878EB-C2E2-4CC1-8EC3-3E925E81B404}" destId="{35D80E6C-73FC-4A45-9F44-1F620E028C8A}" srcOrd="5" destOrd="0" presId="urn:microsoft.com/office/officeart/2005/8/layout/hList1"/>
    <dgm:cxn modelId="{B4463EF1-ECAB-4739-91C7-F4D232FBA80E}" type="presParOf" srcId="{108878EB-C2E2-4CC1-8EC3-3E925E81B404}" destId="{7B22DAAC-F002-436A-9A92-C5B0EB3E1BA6}" srcOrd="6" destOrd="0" presId="urn:microsoft.com/office/officeart/2005/8/layout/hList1"/>
    <dgm:cxn modelId="{0FA7765C-02B5-4DBD-8A07-D5E10FD8F8E5}" type="presParOf" srcId="{7B22DAAC-F002-436A-9A92-C5B0EB3E1BA6}" destId="{95D1D9E4-6ABA-4CAD-9B42-ADEEA1A85783}" srcOrd="0" destOrd="0" presId="urn:microsoft.com/office/officeart/2005/8/layout/hList1"/>
    <dgm:cxn modelId="{D78BE447-0E50-4525-9F9B-0B5B42C7D56E}" type="presParOf" srcId="{7B22DAAC-F002-436A-9A92-C5B0EB3E1BA6}" destId="{870A5EAB-AE68-4B3A-A57E-7BCAA1B8A420}" srcOrd="1" destOrd="0" presId="urn:microsoft.com/office/officeart/2005/8/layout/hList1"/>
    <dgm:cxn modelId="{5E0FD38A-0B06-49E4-A1F0-B50B5320C5DC}" type="presParOf" srcId="{108878EB-C2E2-4CC1-8EC3-3E925E81B404}" destId="{E712DA28-3EB6-4508-A319-F0089ECE9D41}" srcOrd="7" destOrd="0" presId="urn:microsoft.com/office/officeart/2005/8/layout/hList1"/>
    <dgm:cxn modelId="{6D100417-5ED3-4124-ACAD-6C2BE0C7C71A}" type="presParOf" srcId="{108878EB-C2E2-4CC1-8EC3-3E925E81B404}" destId="{E75942A5-8182-423B-BCF2-A94DAEC4738A}" srcOrd="8" destOrd="0" presId="urn:microsoft.com/office/officeart/2005/8/layout/hList1"/>
    <dgm:cxn modelId="{13912F7E-3BDC-450E-A6EA-D2FE9EFFD781}" type="presParOf" srcId="{E75942A5-8182-423B-BCF2-A94DAEC4738A}" destId="{AA7C9DB5-9C26-480D-92A3-DF878C7AC5AA}" srcOrd="0" destOrd="0" presId="urn:microsoft.com/office/officeart/2005/8/layout/hList1"/>
    <dgm:cxn modelId="{92F1329F-E32F-4BB8-B779-51396AB2235D}" type="presParOf" srcId="{E75942A5-8182-423B-BCF2-A94DAEC4738A}" destId="{8D3D382C-06D8-457B-8A0A-3201D5F669C6}" srcOrd="1" destOrd="0" presId="urn:microsoft.com/office/officeart/2005/8/layout/hList1"/>
    <dgm:cxn modelId="{C1015C63-21D0-413E-940E-5FD06BAF27FB}" type="presParOf" srcId="{108878EB-C2E2-4CC1-8EC3-3E925E81B404}" destId="{4A094CE7-1EC6-4EFC-AEA9-255BC8465BEB}" srcOrd="9" destOrd="0" presId="urn:microsoft.com/office/officeart/2005/8/layout/hList1"/>
    <dgm:cxn modelId="{D0DA2EC4-53B6-4B51-B72F-B805B117E44E}" type="presParOf" srcId="{108878EB-C2E2-4CC1-8EC3-3E925E81B404}" destId="{9DCBE40B-422C-48BA-9765-746D359783ED}" srcOrd="10" destOrd="0" presId="urn:microsoft.com/office/officeart/2005/8/layout/hList1"/>
    <dgm:cxn modelId="{D328CACA-DAAA-471D-9871-5E0E1311899F}" type="presParOf" srcId="{9DCBE40B-422C-48BA-9765-746D359783ED}" destId="{201E9904-BF37-4EB1-BD47-4DAEC75FC9C4}" srcOrd="0" destOrd="0" presId="urn:microsoft.com/office/officeart/2005/8/layout/hList1"/>
    <dgm:cxn modelId="{D37765D1-27D9-4D07-BB66-A069DDDB164E}" type="presParOf" srcId="{9DCBE40B-422C-48BA-9765-746D359783ED}" destId="{E70CC4FB-88C1-4627-95B0-0CBC46BE6AB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1B860D-A910-445A-93E7-66535B9805A7}">
      <dsp:nvSpPr>
        <dsp:cNvPr id="0" name=""/>
        <dsp:cNvSpPr/>
      </dsp:nvSpPr>
      <dsp:spPr>
        <a:xfrm>
          <a:off x="0" y="6804"/>
          <a:ext cx="7772400" cy="6926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i="0" kern="1200" dirty="0"/>
            <a:t>A System consists of a number of interrelated  components, only few of them can be seen easily. (For e.g. Human Body, Refinery System)</a:t>
          </a:r>
          <a:endParaRPr lang="en-US" sz="1800" kern="1200" dirty="0"/>
        </a:p>
      </dsp:txBody>
      <dsp:txXfrm>
        <a:off x="33812" y="40616"/>
        <a:ext cx="7704776" cy="625016"/>
      </dsp:txXfrm>
    </dsp:sp>
    <dsp:sp modelId="{994A3F8A-8F29-425E-A1F7-B76319E66D75}">
      <dsp:nvSpPr>
        <dsp:cNvPr id="0" name=""/>
        <dsp:cNvSpPr/>
      </dsp:nvSpPr>
      <dsp:spPr>
        <a:xfrm>
          <a:off x="0" y="806005"/>
          <a:ext cx="7772400" cy="6926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i="0" kern="1200" dirty="0"/>
            <a:t>A System is defined as a group of interrelated components organized with a purpose.</a:t>
          </a:r>
          <a:endParaRPr lang="en-US" sz="1800" b="0" i="0" kern="1200" dirty="0"/>
        </a:p>
      </dsp:txBody>
      <dsp:txXfrm>
        <a:off x="33812" y="839817"/>
        <a:ext cx="7704776" cy="625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1B860D-A910-445A-93E7-66535B9805A7}">
      <dsp:nvSpPr>
        <dsp:cNvPr id="0" name=""/>
        <dsp:cNvSpPr/>
      </dsp:nvSpPr>
      <dsp:spPr>
        <a:xfrm>
          <a:off x="0" y="29040"/>
          <a:ext cx="7239000" cy="486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i="0" kern="1200" dirty="0">
              <a:latin typeface="Calibri" pitchFamily="34" charset="0"/>
            </a:rPr>
            <a:t>A System can be either probabilistic or deterministic in nature.</a:t>
          </a:r>
          <a:endParaRPr lang="en-US" sz="1800" b="1" kern="1200" dirty="0">
            <a:latin typeface="Calibri" pitchFamily="34" charset="0"/>
          </a:endParaRPr>
        </a:p>
      </dsp:txBody>
      <dsp:txXfrm>
        <a:off x="23760" y="52800"/>
        <a:ext cx="7191480" cy="439200"/>
      </dsp:txXfrm>
    </dsp:sp>
    <dsp:sp modelId="{994A3F8A-8F29-425E-A1F7-B76319E66D75}">
      <dsp:nvSpPr>
        <dsp:cNvPr id="0" name=""/>
        <dsp:cNvSpPr/>
      </dsp:nvSpPr>
      <dsp:spPr>
        <a:xfrm>
          <a:off x="0" y="590640"/>
          <a:ext cx="7239000" cy="486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i="0" kern="1200" dirty="0">
              <a:latin typeface="Calibri" pitchFamily="34" charset="0"/>
            </a:rPr>
            <a:t>System often have multiple goals.</a:t>
          </a:r>
        </a:p>
      </dsp:txBody>
      <dsp:txXfrm>
        <a:off x="23760" y="614400"/>
        <a:ext cx="7191480" cy="439200"/>
      </dsp:txXfrm>
    </dsp:sp>
    <dsp:sp modelId="{C8B3A0E1-46E0-4E20-9944-4802137864BA}">
      <dsp:nvSpPr>
        <dsp:cNvPr id="0" name=""/>
        <dsp:cNvSpPr/>
      </dsp:nvSpPr>
      <dsp:spPr>
        <a:xfrm>
          <a:off x="0" y="1152240"/>
          <a:ext cx="7239000" cy="486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Calibri" pitchFamily="34" charset="0"/>
            </a:rPr>
            <a:t>System often consists of subsystems</a:t>
          </a:r>
        </a:p>
      </dsp:txBody>
      <dsp:txXfrm>
        <a:off x="23760" y="1176000"/>
        <a:ext cx="7191480" cy="439200"/>
      </dsp:txXfrm>
    </dsp:sp>
    <dsp:sp modelId="{757375A9-8F85-4CAE-8E59-9485740E3D96}">
      <dsp:nvSpPr>
        <dsp:cNvPr id="0" name=""/>
        <dsp:cNvSpPr/>
      </dsp:nvSpPr>
      <dsp:spPr>
        <a:xfrm>
          <a:off x="0" y="1715417"/>
          <a:ext cx="7239000" cy="486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Calibri" pitchFamily="34" charset="0"/>
            </a:rPr>
            <a:t>Subsystems send and receive data from each other	</a:t>
          </a:r>
        </a:p>
      </dsp:txBody>
      <dsp:txXfrm>
        <a:off x="23760" y="1739177"/>
        <a:ext cx="7191480" cy="439200"/>
      </dsp:txXfrm>
    </dsp:sp>
    <dsp:sp modelId="{09E01037-9D20-4335-8B5F-79BAF97F857A}">
      <dsp:nvSpPr>
        <dsp:cNvPr id="0" name=""/>
        <dsp:cNvSpPr/>
      </dsp:nvSpPr>
      <dsp:spPr>
        <a:xfrm>
          <a:off x="0" y="2275440"/>
          <a:ext cx="7239000" cy="486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Calibri" pitchFamily="34" charset="0"/>
            </a:rPr>
            <a:t>Subsystems may be open or closed</a:t>
          </a:r>
        </a:p>
      </dsp:txBody>
      <dsp:txXfrm>
        <a:off x="23760" y="2299200"/>
        <a:ext cx="7191480" cy="439200"/>
      </dsp:txXfrm>
    </dsp:sp>
    <dsp:sp modelId="{51496F96-97A6-45FF-B18C-1FE4B4E2501A}">
      <dsp:nvSpPr>
        <dsp:cNvPr id="0" name=""/>
        <dsp:cNvSpPr/>
      </dsp:nvSpPr>
      <dsp:spPr>
        <a:xfrm>
          <a:off x="0" y="2837040"/>
          <a:ext cx="7239000" cy="4867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Calibri" pitchFamily="34" charset="0"/>
            </a:rPr>
            <a:t>A System always exists and functions within an environment.</a:t>
          </a:r>
        </a:p>
      </dsp:txBody>
      <dsp:txXfrm>
        <a:off x="23760" y="2860800"/>
        <a:ext cx="7191480" cy="4392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192F32-6E6D-437C-994F-19980BABB40B}">
      <dsp:nvSpPr>
        <dsp:cNvPr id="0" name=""/>
        <dsp:cNvSpPr/>
      </dsp:nvSpPr>
      <dsp:spPr>
        <a:xfrm>
          <a:off x="0" y="5234"/>
          <a:ext cx="7315200" cy="514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b="0" i="0" kern="1200" dirty="0"/>
            <a:t>Input</a:t>
          </a:r>
          <a:endParaRPr lang="en-US" sz="2200" kern="1200" dirty="0"/>
        </a:p>
      </dsp:txBody>
      <dsp:txXfrm>
        <a:off x="25130" y="30364"/>
        <a:ext cx="7264940" cy="464540"/>
      </dsp:txXfrm>
    </dsp:sp>
    <dsp:sp modelId="{6ED7101F-5EBE-4069-919C-324987CB2EDA}">
      <dsp:nvSpPr>
        <dsp:cNvPr id="0" name=""/>
        <dsp:cNvSpPr/>
      </dsp:nvSpPr>
      <dsp:spPr>
        <a:xfrm>
          <a:off x="0" y="520034"/>
          <a:ext cx="7315200" cy="51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258"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b="0" i="0" kern="1200" dirty="0"/>
            <a:t>Inputs  of a system are data, elements or raw materials that are to be transformed. </a:t>
          </a:r>
          <a:endParaRPr lang="en-US" sz="1700" kern="1200" dirty="0"/>
        </a:p>
      </dsp:txBody>
      <dsp:txXfrm>
        <a:off x="0" y="520034"/>
        <a:ext cx="7315200" cy="512325"/>
      </dsp:txXfrm>
    </dsp:sp>
    <dsp:sp modelId="{DD389B16-7722-471A-B93B-CFA48FB4E2FA}">
      <dsp:nvSpPr>
        <dsp:cNvPr id="0" name=""/>
        <dsp:cNvSpPr/>
      </dsp:nvSpPr>
      <dsp:spPr>
        <a:xfrm>
          <a:off x="0" y="1032359"/>
          <a:ext cx="7315200" cy="514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b="0" i="0" kern="1200" dirty="0"/>
            <a:t>Process</a:t>
          </a:r>
          <a:endParaRPr lang="en-US" sz="2200" kern="1200" dirty="0"/>
        </a:p>
      </dsp:txBody>
      <dsp:txXfrm>
        <a:off x="25130" y="1057489"/>
        <a:ext cx="7264940" cy="464540"/>
      </dsp:txXfrm>
    </dsp:sp>
    <dsp:sp modelId="{A5BD234D-1952-4F23-B879-2189F1E32FD0}">
      <dsp:nvSpPr>
        <dsp:cNvPr id="0" name=""/>
        <dsp:cNvSpPr/>
      </dsp:nvSpPr>
      <dsp:spPr>
        <a:xfrm>
          <a:off x="0" y="1547160"/>
          <a:ext cx="7315200" cy="5123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258"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b="0" i="0" kern="1200" dirty="0"/>
            <a:t>System transforms input into output i.e. changing the state of input is known as process. It is also called as transformation.</a:t>
          </a:r>
          <a:endParaRPr lang="en-US" sz="1700" kern="1200" dirty="0"/>
        </a:p>
      </dsp:txBody>
      <dsp:txXfrm>
        <a:off x="0" y="1547160"/>
        <a:ext cx="7315200" cy="512325"/>
      </dsp:txXfrm>
    </dsp:sp>
    <dsp:sp modelId="{154437BF-D078-4C26-A7A4-3B210DBA404C}">
      <dsp:nvSpPr>
        <dsp:cNvPr id="0" name=""/>
        <dsp:cNvSpPr/>
      </dsp:nvSpPr>
      <dsp:spPr>
        <a:xfrm>
          <a:off x="0" y="2059485"/>
          <a:ext cx="7315200" cy="514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b="0" i="0" kern="1200" dirty="0"/>
            <a:t>Output</a:t>
          </a:r>
          <a:endParaRPr lang="en-US" sz="2200" kern="1200" dirty="0"/>
        </a:p>
      </dsp:txBody>
      <dsp:txXfrm>
        <a:off x="25130" y="2084615"/>
        <a:ext cx="7264940" cy="464540"/>
      </dsp:txXfrm>
    </dsp:sp>
    <dsp:sp modelId="{FA05A8C8-76BB-47D5-8D1A-3A922DF0E5AE}">
      <dsp:nvSpPr>
        <dsp:cNvPr id="0" name=""/>
        <dsp:cNvSpPr/>
      </dsp:nvSpPr>
      <dsp:spPr>
        <a:xfrm>
          <a:off x="0" y="2574284"/>
          <a:ext cx="7315200" cy="1001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258" tIns="27940" rIns="156464" bIns="27940" numCol="1" spcCol="1270" anchor="t" anchorCtr="0">
          <a:noAutofit/>
        </a:bodyPr>
        <a:lstStyle/>
        <a:p>
          <a:pPr marL="171450" lvl="1" indent="-171450" algn="l" defTabSz="755650" rtl="0">
            <a:lnSpc>
              <a:spcPct val="90000"/>
            </a:lnSpc>
            <a:spcBef>
              <a:spcPct val="0"/>
            </a:spcBef>
            <a:spcAft>
              <a:spcPct val="20000"/>
            </a:spcAft>
            <a:buChar char="•"/>
          </a:pPr>
          <a:r>
            <a:rPr lang="en-US" sz="1700" b="0" i="0" kern="1200" dirty="0"/>
            <a:t>A system transforms input into output. It is the final product of the system. A system communicates with its environment in terms of inputs to and outputs from the system.</a:t>
          </a:r>
          <a:endParaRPr lang="en-US" sz="1700" kern="1200" dirty="0"/>
        </a:p>
        <a:p>
          <a:pPr marL="171450" lvl="1" indent="-171450" algn="l" defTabSz="755650" rtl="0">
            <a:lnSpc>
              <a:spcPct val="90000"/>
            </a:lnSpc>
            <a:spcBef>
              <a:spcPct val="0"/>
            </a:spcBef>
            <a:spcAft>
              <a:spcPct val="20000"/>
            </a:spcAft>
            <a:buChar char="•"/>
          </a:pPr>
          <a:endParaRPr lang="en-US" sz="1700" b="0" i="0" kern="1200" dirty="0"/>
        </a:p>
      </dsp:txBody>
      <dsp:txXfrm>
        <a:off x="0" y="2574284"/>
        <a:ext cx="7315200" cy="1001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4D63B-4E8C-4573-82AD-0A4B6D7D7DE7}">
      <dsp:nvSpPr>
        <dsp:cNvPr id="0" name=""/>
        <dsp:cNvSpPr/>
      </dsp:nvSpPr>
      <dsp:spPr>
        <a:xfrm>
          <a:off x="0" y="409152"/>
          <a:ext cx="3447300" cy="92950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b="0" i="0" kern="1200" dirty="0"/>
            <a:t>An open system operate in external environment and exchange information with environment.</a:t>
          </a:r>
          <a:endParaRPr lang="en-US" sz="1600" kern="1200" dirty="0"/>
        </a:p>
      </dsp:txBody>
      <dsp:txXfrm>
        <a:off x="45374" y="454526"/>
        <a:ext cx="3356552" cy="838753"/>
      </dsp:txXfrm>
    </dsp:sp>
    <dsp:sp modelId="{FB90CC7C-9651-436C-A490-3CAE84CD7DE9}">
      <dsp:nvSpPr>
        <dsp:cNvPr id="0" name=""/>
        <dsp:cNvSpPr/>
      </dsp:nvSpPr>
      <dsp:spPr>
        <a:xfrm>
          <a:off x="0" y="1446418"/>
          <a:ext cx="3447300" cy="68993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b="0" i="0" kern="1200" dirty="0"/>
            <a:t>Not self sufficient</a:t>
          </a:r>
          <a:endParaRPr lang="en-US" sz="1600" kern="1200" dirty="0"/>
        </a:p>
      </dsp:txBody>
      <dsp:txXfrm>
        <a:off x="33680" y="1480098"/>
        <a:ext cx="3379940" cy="622577"/>
      </dsp:txXfrm>
    </dsp:sp>
    <dsp:sp modelId="{3563F76F-DC92-4137-8AAC-A253209A1F40}">
      <dsp:nvSpPr>
        <dsp:cNvPr id="0" name=""/>
        <dsp:cNvSpPr/>
      </dsp:nvSpPr>
      <dsp:spPr>
        <a:xfrm>
          <a:off x="0" y="2191248"/>
          <a:ext cx="3447300" cy="86939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b="0" i="0" kern="1200" dirty="0"/>
            <a:t>Exchanges information to exist environment i.e. output does not determine</a:t>
          </a:r>
        </a:p>
      </dsp:txBody>
      <dsp:txXfrm>
        <a:off x="42440" y="2233688"/>
        <a:ext cx="3362420" cy="78451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4A8468-10BD-4FEA-BFC0-7D6E6D9BE50E}">
      <dsp:nvSpPr>
        <dsp:cNvPr id="0" name=""/>
        <dsp:cNvSpPr/>
      </dsp:nvSpPr>
      <dsp:spPr>
        <a:xfrm>
          <a:off x="0" y="196285"/>
          <a:ext cx="3447300" cy="9413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b="0" i="0" kern="1200" dirty="0"/>
            <a:t>Close system does not exchanges information with its environment</a:t>
          </a:r>
          <a:endParaRPr lang="en-US" sz="1600" kern="1200" dirty="0"/>
        </a:p>
      </dsp:txBody>
      <dsp:txXfrm>
        <a:off x="45951" y="242236"/>
        <a:ext cx="3355398" cy="849408"/>
      </dsp:txXfrm>
    </dsp:sp>
    <dsp:sp modelId="{AB5F20FD-ADA0-4336-AA5E-996A5C76359E}">
      <dsp:nvSpPr>
        <dsp:cNvPr id="0" name=""/>
        <dsp:cNvSpPr/>
      </dsp:nvSpPr>
      <dsp:spPr>
        <a:xfrm>
          <a:off x="0" y="1206690"/>
          <a:ext cx="3447300" cy="6929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b="0" i="0" kern="1200" dirty="0"/>
            <a:t>Self contained</a:t>
          </a:r>
          <a:endParaRPr lang="en-US" sz="1600" kern="1200" dirty="0"/>
        </a:p>
      </dsp:txBody>
      <dsp:txXfrm>
        <a:off x="33825" y="1240515"/>
        <a:ext cx="3379650" cy="625260"/>
      </dsp:txXfrm>
    </dsp:sp>
    <dsp:sp modelId="{175C57A7-B690-417E-BD4C-871C3CF1E2BE}">
      <dsp:nvSpPr>
        <dsp:cNvPr id="0" name=""/>
        <dsp:cNvSpPr/>
      </dsp:nvSpPr>
      <dsp:spPr>
        <a:xfrm>
          <a:off x="0" y="1976417"/>
          <a:ext cx="3447300" cy="90566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b="0" i="0" kern="1200" dirty="0"/>
            <a:t>Output may deteriorate</a:t>
          </a:r>
        </a:p>
      </dsp:txBody>
      <dsp:txXfrm>
        <a:off x="44211" y="2020628"/>
        <a:ext cx="3358878" cy="81724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D73B59-AE70-4380-8DF0-6F6582B2E0DD}">
      <dsp:nvSpPr>
        <dsp:cNvPr id="0" name=""/>
        <dsp:cNvSpPr/>
      </dsp:nvSpPr>
      <dsp:spPr>
        <a:xfrm>
          <a:off x="0" y="1839629"/>
          <a:ext cx="7696200" cy="1206996"/>
        </a:xfrm>
        <a:prstGeom prst="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rtl="0">
            <a:lnSpc>
              <a:spcPct val="90000"/>
            </a:lnSpc>
            <a:spcBef>
              <a:spcPct val="0"/>
            </a:spcBef>
            <a:spcAft>
              <a:spcPct val="35000"/>
            </a:spcAft>
            <a:buNone/>
          </a:pPr>
          <a:r>
            <a:rPr lang="en-US" sz="2200" b="0" i="0" kern="1200"/>
            <a:t>All five components are arranged and interrelated to perform input, process, output, feedback and control that converts data resources into information.</a:t>
          </a:r>
          <a:endParaRPr lang="en-US" sz="2200" kern="1200" dirty="0"/>
        </a:p>
      </dsp:txBody>
      <dsp:txXfrm>
        <a:off x="0" y="1839629"/>
        <a:ext cx="7696200" cy="1206996"/>
      </dsp:txXfrm>
    </dsp:sp>
    <dsp:sp modelId="{6F0C9998-7D0B-4446-8893-0376B91C9DD2}">
      <dsp:nvSpPr>
        <dsp:cNvPr id="0" name=""/>
        <dsp:cNvSpPr/>
      </dsp:nvSpPr>
      <dsp:spPr>
        <a:xfrm rot="10800000">
          <a:off x="0" y="1374"/>
          <a:ext cx="7696200" cy="1856359"/>
        </a:xfrm>
        <a:prstGeom prst="upArrowCallou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rtl="0">
            <a:lnSpc>
              <a:spcPct val="90000"/>
            </a:lnSpc>
            <a:spcBef>
              <a:spcPct val="0"/>
            </a:spcBef>
            <a:spcAft>
              <a:spcPct val="35000"/>
            </a:spcAft>
            <a:buNone/>
          </a:pPr>
          <a:r>
            <a:rPr lang="en-US" sz="2200" b="0" i="0" kern="1200" dirty="0"/>
            <a:t>An Information system has following components:</a:t>
          </a:r>
          <a:endParaRPr lang="en-US" sz="2200" kern="1200" dirty="0"/>
        </a:p>
      </dsp:txBody>
      <dsp:txXfrm rot="-10800000">
        <a:off x="0" y="1374"/>
        <a:ext cx="7696200" cy="651582"/>
      </dsp:txXfrm>
    </dsp:sp>
    <dsp:sp modelId="{D6C01210-8E36-4A74-8079-14D5C5579977}">
      <dsp:nvSpPr>
        <dsp:cNvPr id="0" name=""/>
        <dsp:cNvSpPr/>
      </dsp:nvSpPr>
      <dsp:spPr>
        <a:xfrm>
          <a:off x="939" y="652956"/>
          <a:ext cx="1538864" cy="555051"/>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rtl="0">
            <a:lnSpc>
              <a:spcPct val="90000"/>
            </a:lnSpc>
            <a:spcBef>
              <a:spcPct val="0"/>
            </a:spcBef>
            <a:spcAft>
              <a:spcPct val="35000"/>
            </a:spcAft>
            <a:buNone/>
          </a:pPr>
          <a:r>
            <a:rPr lang="en-US" sz="2200" b="0" i="0" kern="1200" dirty="0"/>
            <a:t>Hardware </a:t>
          </a:r>
          <a:endParaRPr lang="en-US" sz="2200" kern="1200" dirty="0"/>
        </a:p>
      </dsp:txBody>
      <dsp:txXfrm>
        <a:off x="939" y="652956"/>
        <a:ext cx="1538864" cy="555051"/>
      </dsp:txXfrm>
    </dsp:sp>
    <dsp:sp modelId="{9DE9F2C7-21EA-4D2E-8D89-BA67BA335BDA}">
      <dsp:nvSpPr>
        <dsp:cNvPr id="0" name=""/>
        <dsp:cNvSpPr/>
      </dsp:nvSpPr>
      <dsp:spPr>
        <a:xfrm>
          <a:off x="1539803" y="652956"/>
          <a:ext cx="1538864" cy="555051"/>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rtl="0">
            <a:lnSpc>
              <a:spcPct val="90000"/>
            </a:lnSpc>
            <a:spcBef>
              <a:spcPct val="0"/>
            </a:spcBef>
            <a:spcAft>
              <a:spcPct val="35000"/>
            </a:spcAft>
            <a:buNone/>
          </a:pPr>
          <a:r>
            <a:rPr lang="en-US" sz="2200" b="0" i="0" kern="1200" dirty="0"/>
            <a:t>Software</a:t>
          </a:r>
          <a:endParaRPr lang="en-US" sz="2200" kern="1200" dirty="0"/>
        </a:p>
      </dsp:txBody>
      <dsp:txXfrm>
        <a:off x="1539803" y="652956"/>
        <a:ext cx="1538864" cy="555051"/>
      </dsp:txXfrm>
    </dsp:sp>
    <dsp:sp modelId="{CB2EEAB6-1E56-4293-AD63-A55F19FDD283}">
      <dsp:nvSpPr>
        <dsp:cNvPr id="0" name=""/>
        <dsp:cNvSpPr/>
      </dsp:nvSpPr>
      <dsp:spPr>
        <a:xfrm>
          <a:off x="3078667" y="652956"/>
          <a:ext cx="1538864" cy="555051"/>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rtl="0">
            <a:lnSpc>
              <a:spcPct val="90000"/>
            </a:lnSpc>
            <a:spcBef>
              <a:spcPct val="0"/>
            </a:spcBef>
            <a:spcAft>
              <a:spcPct val="35000"/>
            </a:spcAft>
            <a:buNone/>
          </a:pPr>
          <a:r>
            <a:rPr lang="en-US" sz="2200" b="0" i="0" kern="1200" dirty="0"/>
            <a:t>Data</a:t>
          </a:r>
          <a:endParaRPr lang="en-US" sz="2200" kern="1200" dirty="0"/>
        </a:p>
      </dsp:txBody>
      <dsp:txXfrm>
        <a:off x="3078667" y="652956"/>
        <a:ext cx="1538864" cy="555051"/>
      </dsp:txXfrm>
    </dsp:sp>
    <dsp:sp modelId="{BE8A90B0-DE56-453C-89EE-B1F03C7BEB59}">
      <dsp:nvSpPr>
        <dsp:cNvPr id="0" name=""/>
        <dsp:cNvSpPr/>
      </dsp:nvSpPr>
      <dsp:spPr>
        <a:xfrm>
          <a:off x="4617532" y="652956"/>
          <a:ext cx="1538864" cy="555051"/>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rtl="0">
            <a:lnSpc>
              <a:spcPct val="90000"/>
            </a:lnSpc>
            <a:spcBef>
              <a:spcPct val="0"/>
            </a:spcBef>
            <a:spcAft>
              <a:spcPct val="35000"/>
            </a:spcAft>
            <a:buNone/>
          </a:pPr>
          <a:r>
            <a:rPr lang="en-US" sz="2200" b="0" i="0" kern="1200" dirty="0"/>
            <a:t>Network</a:t>
          </a:r>
          <a:endParaRPr lang="en-US" sz="2200" kern="1200" dirty="0"/>
        </a:p>
      </dsp:txBody>
      <dsp:txXfrm>
        <a:off x="4617532" y="652956"/>
        <a:ext cx="1538864" cy="555051"/>
      </dsp:txXfrm>
    </dsp:sp>
    <dsp:sp modelId="{4F60EAE8-9816-4089-86E5-971159A7668C}">
      <dsp:nvSpPr>
        <dsp:cNvPr id="0" name=""/>
        <dsp:cNvSpPr/>
      </dsp:nvSpPr>
      <dsp:spPr>
        <a:xfrm>
          <a:off x="6156396" y="652956"/>
          <a:ext cx="1538864" cy="555051"/>
        </a:xfrm>
        <a:prstGeom prst="rect">
          <a:avLst/>
        </a:prstGeom>
        <a:solidFill>
          <a:schemeClr val="accent1">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rtl="0">
            <a:lnSpc>
              <a:spcPct val="90000"/>
            </a:lnSpc>
            <a:spcBef>
              <a:spcPct val="0"/>
            </a:spcBef>
            <a:spcAft>
              <a:spcPct val="35000"/>
            </a:spcAft>
            <a:buNone/>
          </a:pPr>
          <a:r>
            <a:rPr lang="en-US" sz="2200" b="0" i="0" kern="1200" dirty="0"/>
            <a:t>People</a:t>
          </a:r>
          <a:endParaRPr lang="en-US" sz="2200" kern="1200" dirty="0"/>
        </a:p>
      </dsp:txBody>
      <dsp:txXfrm>
        <a:off x="6156396" y="652956"/>
        <a:ext cx="1538864" cy="55505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A1F3FD-2663-4273-A83C-BE7F1DA86E2B}">
      <dsp:nvSpPr>
        <dsp:cNvPr id="0" name=""/>
        <dsp:cNvSpPr/>
      </dsp:nvSpPr>
      <dsp:spPr>
        <a:xfrm>
          <a:off x="0" y="583348"/>
          <a:ext cx="7696200" cy="2693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97311" tIns="312420" rIns="597311" bIns="106680" numCol="1" spcCol="1270" anchor="t" anchorCtr="0">
          <a:noAutofit/>
        </a:bodyPr>
        <a:lstStyle/>
        <a:p>
          <a:pPr marL="114300" lvl="1" indent="-114300" algn="l" defTabSz="666750" rtl="0">
            <a:lnSpc>
              <a:spcPct val="90000"/>
            </a:lnSpc>
            <a:spcBef>
              <a:spcPct val="0"/>
            </a:spcBef>
            <a:spcAft>
              <a:spcPct val="15000"/>
            </a:spcAft>
            <a:buChar char="•"/>
          </a:pPr>
          <a:r>
            <a:rPr lang="en-US" sz="1500" b="0" i="0" kern="1200" dirty="0"/>
            <a:t>Data comes in the form of signs and signals, such as numbers, words or other signs that represent discrete facts about an objective reality.</a:t>
          </a:r>
          <a:endParaRPr lang="en-US" sz="1500" kern="1200" dirty="0"/>
        </a:p>
        <a:p>
          <a:pPr marL="114300" lvl="1" indent="-114300" algn="l" defTabSz="666750" rtl="0">
            <a:lnSpc>
              <a:spcPct val="90000"/>
            </a:lnSpc>
            <a:spcBef>
              <a:spcPct val="0"/>
            </a:spcBef>
            <a:spcAft>
              <a:spcPct val="15000"/>
            </a:spcAft>
            <a:buChar char="•"/>
          </a:pPr>
          <a:r>
            <a:rPr lang="en-US" sz="1500" b="0" i="0" kern="1200" dirty="0"/>
            <a:t>Information comes from providing context to data. It is data that has been endowed with meaning and purpose. </a:t>
          </a:r>
        </a:p>
        <a:p>
          <a:pPr marL="114300" lvl="1" indent="-114300" algn="l" defTabSz="666750" rtl="0">
            <a:lnSpc>
              <a:spcPct val="90000"/>
            </a:lnSpc>
            <a:spcBef>
              <a:spcPct val="0"/>
            </a:spcBef>
            <a:spcAft>
              <a:spcPct val="15000"/>
            </a:spcAft>
            <a:buChar char="•"/>
          </a:pPr>
          <a:r>
            <a:rPr lang="en-US" sz="1500" b="0" i="0" kern="1200" dirty="0"/>
            <a:t>Knowledge is the synthesis of multiple sources of information over time, to create conceptual frameworks, theories, and axioms.  As Einstein said “knowledge comes from experience, everything else is information.”</a:t>
          </a:r>
          <a:endParaRPr lang="en-US" sz="1500" kern="1200" dirty="0"/>
        </a:p>
        <a:p>
          <a:pPr marL="114300" lvl="1" indent="-114300" algn="l" defTabSz="666750" rtl="0">
            <a:lnSpc>
              <a:spcPct val="90000"/>
            </a:lnSpc>
            <a:spcBef>
              <a:spcPct val="0"/>
            </a:spcBef>
            <a:spcAft>
              <a:spcPct val="15000"/>
            </a:spcAft>
            <a:buChar char="•"/>
          </a:pPr>
          <a:r>
            <a:rPr lang="en-US" sz="1500" b="0" i="0" kern="1200" dirty="0"/>
            <a:t>Wisdom is the ability to use knowledge to make correct judgments in response to a unique context, without the aid of facts. Wisdom involves knowing the right things to do, for the greater good. It requires a sense of what is right and wrong, ethical and unethical. It is most uniquely human.</a:t>
          </a:r>
        </a:p>
      </dsp:txBody>
      <dsp:txXfrm>
        <a:off x="0" y="583348"/>
        <a:ext cx="7696200" cy="2693250"/>
      </dsp:txXfrm>
    </dsp:sp>
    <dsp:sp modelId="{1554E84C-C4CD-4C71-8190-1C765DADDE87}">
      <dsp:nvSpPr>
        <dsp:cNvPr id="0" name=""/>
        <dsp:cNvSpPr/>
      </dsp:nvSpPr>
      <dsp:spPr>
        <a:xfrm>
          <a:off x="384810" y="152401"/>
          <a:ext cx="5387340" cy="65234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666750" rtl="0">
            <a:lnSpc>
              <a:spcPct val="90000"/>
            </a:lnSpc>
            <a:spcBef>
              <a:spcPct val="0"/>
            </a:spcBef>
            <a:spcAft>
              <a:spcPct val="35000"/>
            </a:spcAft>
            <a:buNone/>
          </a:pPr>
          <a:r>
            <a:rPr lang="en-US" sz="1500" b="0" i="0" kern="1200" dirty="0"/>
            <a:t>DIKW framework describes a hierarchical relationship between data, information, knowledge, and wisdom.</a:t>
          </a:r>
          <a:endParaRPr lang="en-US" sz="1500" kern="1200" dirty="0"/>
        </a:p>
      </dsp:txBody>
      <dsp:txXfrm>
        <a:off x="416655" y="184246"/>
        <a:ext cx="5323650" cy="58865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8C31C6-C3AD-4E1B-9F9F-FDB91BD91A67}">
      <dsp:nvSpPr>
        <dsp:cNvPr id="0" name=""/>
        <dsp:cNvSpPr/>
      </dsp:nvSpPr>
      <dsp:spPr>
        <a:xfrm>
          <a:off x="0" y="482906"/>
          <a:ext cx="7772400" cy="1365682"/>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b="0" i="0" kern="1200" baseline="0" dirty="0"/>
            <a:t>There is a limit to the number of people Disney World can handle at one time. In order to keep increasing revenue, Disney needs to find more efficient and productive ways to utilize its existing facilities. In Disney’s case, this means encouraging customers to spend more time on the premises and also to make repeat visits.</a:t>
          </a:r>
          <a:endParaRPr lang="en-US" sz="1400" kern="1200" dirty="0"/>
        </a:p>
      </dsp:txBody>
      <dsp:txXfrm>
        <a:off x="66667" y="549573"/>
        <a:ext cx="7639066" cy="1232348"/>
      </dsp:txXfrm>
    </dsp:sp>
    <dsp:sp modelId="{2E7BDB27-BF41-424D-B0D8-658999644E79}">
      <dsp:nvSpPr>
        <dsp:cNvPr id="0" name=""/>
        <dsp:cNvSpPr/>
      </dsp:nvSpPr>
      <dsp:spPr>
        <a:xfrm>
          <a:off x="0" y="1888908"/>
          <a:ext cx="7772400" cy="1365682"/>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b="0" i="0" kern="1200" baseline="0" dirty="0"/>
            <a:t>To increase revenue, Disney management chose to use information technology to improve the customer experience. Disney uses video cameras, television displays, and specialized computer software to calculate visitor capacity, identify gridlock, and launch activities that will help re-flow crowds. In addition to reducing wait times, Disney uses information technology to provide new interactive services, such as video games to guests waiting in line, and mobile applications to help visitors navigate the theme park more efficiently. </a:t>
          </a:r>
          <a:endParaRPr lang="en-US" sz="1400" kern="1200" dirty="0"/>
        </a:p>
      </dsp:txBody>
      <dsp:txXfrm>
        <a:off x="66667" y="1955575"/>
        <a:ext cx="7639066" cy="1232348"/>
      </dsp:txXfrm>
    </dsp:sp>
    <dsp:sp modelId="{75CCA2D3-4E96-4AF7-8E57-0D53734A34E3}">
      <dsp:nvSpPr>
        <dsp:cNvPr id="0" name=""/>
        <dsp:cNvSpPr/>
      </dsp:nvSpPr>
      <dsp:spPr>
        <a:xfrm>
          <a:off x="0" y="3294911"/>
          <a:ext cx="7772400" cy="1365682"/>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b="0" i="0" kern="1200" dirty="0"/>
            <a:t>It is also important to note that using information technology for crowd control has changed the way Disney World runs its business. Disney World’s systems for managing people in lines changed procedures for ticketing, crowd management, and ordering food from restaurants. These changes had to be carefully planned to make sure they enhanced service, efficiency, and profitability.</a:t>
          </a:r>
          <a:endParaRPr lang="en-US" sz="1400" b="0" i="0" kern="1200" baseline="0" dirty="0"/>
        </a:p>
      </dsp:txBody>
      <dsp:txXfrm>
        <a:off x="66667" y="3361578"/>
        <a:ext cx="7639066" cy="123234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88A4BD-DFC8-4657-A614-C7E74386BE94}">
      <dsp:nvSpPr>
        <dsp:cNvPr id="0" name=""/>
        <dsp:cNvSpPr/>
      </dsp:nvSpPr>
      <dsp:spPr>
        <a:xfrm>
          <a:off x="0" y="56999"/>
          <a:ext cx="6650700" cy="1357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dirty="0"/>
            <a:t>Katz and Kahn (1978), in their classic book “The Social Psychology of Organizations”, advocate for thinking about organizations as systems, social systems that are alive, organic, dynamic, and complex. </a:t>
          </a:r>
        </a:p>
      </dsp:txBody>
      <dsp:txXfrm>
        <a:off x="66253" y="123252"/>
        <a:ext cx="6518194" cy="1224694"/>
      </dsp:txXfrm>
    </dsp:sp>
    <dsp:sp modelId="{AB101D39-F2B6-4A15-A557-AA3C45CCE128}">
      <dsp:nvSpPr>
        <dsp:cNvPr id="0" name=""/>
        <dsp:cNvSpPr/>
      </dsp:nvSpPr>
      <dsp:spPr>
        <a:xfrm>
          <a:off x="0" y="1471800"/>
          <a:ext cx="6650700" cy="1357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dirty="0"/>
            <a:t>As systems, organizations make choices—for example, to expand business or hold steady for another year. </a:t>
          </a:r>
        </a:p>
      </dsp:txBody>
      <dsp:txXfrm>
        <a:off x="66253" y="1538053"/>
        <a:ext cx="6518194" cy="122469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4A1BE4-B36D-49E3-A981-4F11E582D06F}">
      <dsp:nvSpPr>
        <dsp:cNvPr id="0" name=""/>
        <dsp:cNvSpPr/>
      </dsp:nvSpPr>
      <dsp:spPr>
        <a:xfrm>
          <a:off x="0" y="19574"/>
          <a:ext cx="7543800" cy="1357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dirty="0"/>
            <a:t>The systems perspective was introduced by Ludwig von </a:t>
          </a:r>
          <a:r>
            <a:rPr lang="en-US" sz="2000" b="0" i="0" kern="1200" dirty="0" err="1"/>
            <a:t>Bertalanffy</a:t>
          </a:r>
          <a:r>
            <a:rPr lang="en-US" sz="2000" b="0" i="0" kern="1200" dirty="0"/>
            <a:t> (1956, 1968), who proposed that all systems—physical, biological, or social—have predictable tendencies or behaviors: </a:t>
          </a:r>
        </a:p>
      </dsp:txBody>
      <dsp:txXfrm>
        <a:off x="66253" y="85827"/>
        <a:ext cx="7411294" cy="1224694"/>
      </dsp:txXfrm>
    </dsp:sp>
    <dsp:sp modelId="{9AAB49D2-2716-4AEF-82A5-90B9D373E1D6}">
      <dsp:nvSpPr>
        <dsp:cNvPr id="0" name=""/>
        <dsp:cNvSpPr/>
      </dsp:nvSpPr>
      <dsp:spPr>
        <a:xfrm>
          <a:off x="0" y="1376775"/>
          <a:ext cx="7543800" cy="231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9516" tIns="25400" rIns="142240" bIns="25400" numCol="1" spcCol="1270" anchor="t" anchorCtr="0">
          <a:noAutofit/>
        </a:bodyPr>
        <a:lstStyle/>
        <a:p>
          <a:pPr marL="171450" lvl="1" indent="-171450" algn="l" defTabSz="711200" rtl="0">
            <a:lnSpc>
              <a:spcPct val="90000"/>
            </a:lnSpc>
            <a:spcBef>
              <a:spcPct val="0"/>
            </a:spcBef>
            <a:spcAft>
              <a:spcPct val="20000"/>
            </a:spcAft>
            <a:buChar char="•"/>
          </a:pPr>
          <a:r>
            <a:rPr lang="en-US" sz="1600" b="1" i="0" kern="1200" dirty="0"/>
            <a:t>Open/closed exchange: </a:t>
          </a:r>
          <a:r>
            <a:rPr lang="en-US" sz="1600" b="0" i="0" kern="1200" dirty="0"/>
            <a:t>high or low attention and responsiveness to information about the system that is internal or external to the system </a:t>
          </a:r>
        </a:p>
        <a:p>
          <a:pPr marL="171450" lvl="1" indent="-171450" algn="l" defTabSz="711200" rtl="0">
            <a:lnSpc>
              <a:spcPct val="90000"/>
            </a:lnSpc>
            <a:spcBef>
              <a:spcPct val="0"/>
            </a:spcBef>
            <a:spcAft>
              <a:spcPct val="20000"/>
            </a:spcAft>
            <a:buChar char="•"/>
          </a:pPr>
          <a:r>
            <a:rPr lang="en-US" sz="1600" b="1" i="0" kern="1200" dirty="0"/>
            <a:t>Interdependence: </a:t>
          </a:r>
          <a:r>
            <a:rPr lang="en-US" sz="1600" b="0" i="0" kern="1200" dirty="0"/>
            <a:t>members (subsystems) of the system influence each other simultaneously, and each part is affected by the actions of the other parts </a:t>
          </a:r>
        </a:p>
        <a:p>
          <a:pPr marL="171450" lvl="1" indent="-171450" algn="l" defTabSz="711200" rtl="0">
            <a:lnSpc>
              <a:spcPct val="90000"/>
            </a:lnSpc>
            <a:spcBef>
              <a:spcPct val="0"/>
            </a:spcBef>
            <a:spcAft>
              <a:spcPct val="20000"/>
            </a:spcAft>
            <a:buChar char="•"/>
          </a:pPr>
          <a:r>
            <a:rPr lang="en-US" sz="1600" b="1" i="0" kern="1200" dirty="0"/>
            <a:t>Homeostasis:</a:t>
          </a:r>
          <a:r>
            <a:rPr lang="en-US" sz="1600" b="0" i="0" kern="1200" dirty="0"/>
            <a:t> participation in maintaining system stability; parts of the system adjust their communications and other behaviors to achieve or retain equilibrium </a:t>
          </a:r>
        </a:p>
        <a:p>
          <a:pPr marL="171450" lvl="1" indent="-171450" algn="l" defTabSz="711200" rtl="0">
            <a:lnSpc>
              <a:spcPct val="90000"/>
            </a:lnSpc>
            <a:spcBef>
              <a:spcPct val="0"/>
            </a:spcBef>
            <a:spcAft>
              <a:spcPct val="20000"/>
            </a:spcAft>
            <a:buChar char="•"/>
          </a:pPr>
          <a:r>
            <a:rPr lang="en-US" sz="1600" b="1" i="0" kern="1200" dirty="0"/>
            <a:t>Non - summative:</a:t>
          </a:r>
          <a:r>
            <a:rPr lang="en-US" sz="1600" b="0" i="0" kern="1200" dirty="0"/>
            <a:t> the whole system equals more (is greater than) the sum of its parts</a:t>
          </a:r>
        </a:p>
      </dsp:txBody>
      <dsp:txXfrm>
        <a:off x="0" y="1376775"/>
        <a:ext cx="7543800" cy="23184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279F83-E4B0-43DE-AC12-8084B2CDDD2D}">
      <dsp:nvSpPr>
        <dsp:cNvPr id="0" name=""/>
        <dsp:cNvSpPr/>
      </dsp:nvSpPr>
      <dsp:spPr>
        <a:xfrm>
          <a:off x="0" y="176099"/>
          <a:ext cx="7010400" cy="1357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dirty="0"/>
            <a:t>Hierarchical organizational structure is an organizational structure in which all the people associated with a project are grouped into functional departments that report directly within the vertical line of command of the organization.</a:t>
          </a:r>
          <a:endParaRPr lang="en-US" sz="2000" kern="1200" dirty="0"/>
        </a:p>
      </dsp:txBody>
      <dsp:txXfrm>
        <a:off x="66253" y="242352"/>
        <a:ext cx="6877894" cy="1224694"/>
      </dsp:txXfrm>
    </dsp:sp>
    <dsp:sp modelId="{88A075FB-7335-4AD5-9068-D1822E843A86}">
      <dsp:nvSpPr>
        <dsp:cNvPr id="0" name=""/>
        <dsp:cNvSpPr/>
      </dsp:nvSpPr>
      <dsp:spPr>
        <a:xfrm>
          <a:off x="0" y="1590899"/>
          <a:ext cx="7010400" cy="1357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dirty="0"/>
            <a:t>Matrix organizational structure is an organizational structure in which people are grouped based on the functions they perform. These people may not report directly within the vertical line of command of the organization.</a:t>
          </a:r>
        </a:p>
      </dsp:txBody>
      <dsp:txXfrm>
        <a:off x="66253" y="1657152"/>
        <a:ext cx="6877894" cy="122469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BEB8A-291F-4852-B99C-6C42E6CFED6F}">
      <dsp:nvSpPr>
        <dsp:cNvPr id="0" name=""/>
        <dsp:cNvSpPr/>
      </dsp:nvSpPr>
      <dsp:spPr>
        <a:xfrm>
          <a:off x="0" y="697859"/>
          <a:ext cx="7772400" cy="44415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3225" tIns="978916" rIns="603225" bIns="128016" numCol="1" spcCol="1270" anchor="t" anchorCtr="0">
          <a:noAutofit/>
        </a:bodyPr>
        <a:lstStyle/>
        <a:p>
          <a:pPr marL="171450" lvl="1" indent="-171450" algn="l" defTabSz="800100" rtl="0">
            <a:lnSpc>
              <a:spcPct val="90000"/>
            </a:lnSpc>
            <a:spcBef>
              <a:spcPct val="0"/>
            </a:spcBef>
            <a:spcAft>
              <a:spcPct val="15000"/>
            </a:spcAft>
            <a:buChar char="•"/>
          </a:pPr>
          <a:r>
            <a:rPr lang="en-US" sz="1800" b="0" i="0" kern="1200" dirty="0"/>
            <a:t>The vertical division of </a:t>
          </a:r>
          <a:r>
            <a:rPr lang="en-US" sz="1800" b="0" i="0" kern="1200" dirty="0" err="1"/>
            <a:t>labour</a:t>
          </a:r>
          <a:r>
            <a:rPr lang="en-US" sz="1800" b="0" i="0" kern="1200" dirty="0"/>
            <a:t> (with the creation of departments) and</a:t>
          </a:r>
          <a:endParaRPr lang="en-US" sz="1800" kern="1200" dirty="0"/>
        </a:p>
        <a:p>
          <a:pPr marL="171450" lvl="1" indent="-171450" algn="l" defTabSz="800100" rtl="0">
            <a:lnSpc>
              <a:spcPct val="90000"/>
            </a:lnSpc>
            <a:spcBef>
              <a:spcPct val="0"/>
            </a:spcBef>
            <a:spcAft>
              <a:spcPct val="15000"/>
            </a:spcAft>
            <a:buChar char="•"/>
          </a:pPr>
          <a:r>
            <a:rPr lang="en-US" sz="1800" b="0" i="0" kern="1200" dirty="0"/>
            <a:t>The horizontal division of </a:t>
          </a:r>
          <a:r>
            <a:rPr lang="en-US" sz="1800" b="0" i="0" kern="1200" dirty="0" err="1"/>
            <a:t>labour</a:t>
          </a:r>
          <a:r>
            <a:rPr lang="en-US" sz="1800" b="0" i="0" kern="1200" dirty="0"/>
            <a:t> (with the creation of administrative levels).</a:t>
          </a:r>
          <a:endParaRPr lang="en-US" sz="1800" kern="1200" dirty="0"/>
        </a:p>
        <a:p>
          <a:pPr marL="171450" lvl="1" indent="-171450" algn="l" defTabSz="800100" rtl="0">
            <a:lnSpc>
              <a:spcPct val="90000"/>
            </a:lnSpc>
            <a:spcBef>
              <a:spcPct val="0"/>
            </a:spcBef>
            <a:spcAft>
              <a:spcPct val="15000"/>
            </a:spcAft>
            <a:buChar char="•"/>
          </a:pPr>
          <a:r>
            <a:rPr lang="en-US" sz="1800" b="0" i="0" kern="1200" dirty="0"/>
            <a:t>The horizontal division of an organization can be assumed that it divides the management at three levels:</a:t>
          </a:r>
          <a:endParaRPr lang="en-US" sz="1800" kern="1200" dirty="0"/>
        </a:p>
        <a:p>
          <a:pPr marL="342900" lvl="2" indent="-171450" algn="l" defTabSz="800100" rtl="0">
            <a:lnSpc>
              <a:spcPct val="90000"/>
            </a:lnSpc>
            <a:spcBef>
              <a:spcPct val="0"/>
            </a:spcBef>
            <a:spcAft>
              <a:spcPct val="15000"/>
            </a:spcAft>
            <a:buChar char="•"/>
          </a:pPr>
          <a:r>
            <a:rPr lang="en-US" sz="1800" b="0" i="0" kern="1200" dirty="0"/>
            <a:t>The senior managers who form the strategic level of the organization</a:t>
          </a:r>
        </a:p>
        <a:p>
          <a:pPr marL="342900" lvl="2" indent="-171450" algn="l" defTabSz="800100" rtl="0">
            <a:lnSpc>
              <a:spcPct val="90000"/>
            </a:lnSpc>
            <a:spcBef>
              <a:spcPct val="0"/>
            </a:spcBef>
            <a:spcAft>
              <a:spcPct val="15000"/>
            </a:spcAft>
            <a:buChar char="•"/>
          </a:pPr>
          <a:r>
            <a:rPr lang="en-US" sz="1800" b="0" i="0" kern="1200" dirty="0"/>
            <a:t>The middle managers who form the tactical level</a:t>
          </a:r>
          <a:endParaRPr lang="en-US" sz="1800" kern="1200" dirty="0"/>
        </a:p>
        <a:p>
          <a:pPr marL="342900" lvl="2" indent="-171450" algn="l" defTabSz="800100" rtl="0">
            <a:lnSpc>
              <a:spcPct val="90000"/>
            </a:lnSpc>
            <a:spcBef>
              <a:spcPct val="0"/>
            </a:spcBef>
            <a:spcAft>
              <a:spcPct val="15000"/>
            </a:spcAft>
            <a:buChar char="•"/>
          </a:pPr>
          <a:r>
            <a:rPr lang="en-US" sz="1800" b="0" i="0" kern="1200" dirty="0"/>
            <a:t>The low level executives who form the functional level</a:t>
          </a:r>
          <a:endParaRPr lang="en-US" sz="1800" kern="1200" dirty="0"/>
        </a:p>
        <a:p>
          <a:pPr marL="171450" lvl="1" indent="-171450" algn="l" defTabSz="800100" rtl="0">
            <a:lnSpc>
              <a:spcPct val="90000"/>
            </a:lnSpc>
            <a:spcBef>
              <a:spcPct val="0"/>
            </a:spcBef>
            <a:spcAft>
              <a:spcPct val="15000"/>
            </a:spcAft>
            <a:buChar char="•"/>
          </a:pPr>
          <a:r>
            <a:rPr lang="en-US" sz="1800" b="0" i="0" kern="1200" dirty="0"/>
            <a:t>The vertical division of </a:t>
          </a:r>
          <a:r>
            <a:rPr lang="en-US" sz="1800" b="0" i="0" kern="1200" dirty="0" err="1"/>
            <a:t>labour</a:t>
          </a:r>
          <a:r>
            <a:rPr lang="en-US" sz="1800" b="0" i="0" kern="1200" dirty="0"/>
            <a:t> defines the various activities that are necessary for the operation of the business (production, sales, research and development etc.)</a:t>
          </a:r>
        </a:p>
      </dsp:txBody>
      <dsp:txXfrm>
        <a:off x="0" y="697859"/>
        <a:ext cx="7772400" cy="4441500"/>
      </dsp:txXfrm>
    </dsp:sp>
    <dsp:sp modelId="{0F32B524-F01A-4420-B8BA-E84AD84431E5}">
      <dsp:nvSpPr>
        <dsp:cNvPr id="0" name=""/>
        <dsp:cNvSpPr/>
      </dsp:nvSpPr>
      <dsp:spPr>
        <a:xfrm>
          <a:off x="388620" y="4139"/>
          <a:ext cx="5821690" cy="13874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1066800" rtl="0">
            <a:lnSpc>
              <a:spcPct val="90000"/>
            </a:lnSpc>
            <a:spcBef>
              <a:spcPct val="0"/>
            </a:spcBef>
            <a:spcAft>
              <a:spcPct val="35000"/>
            </a:spcAft>
            <a:buNone/>
          </a:pPr>
          <a:r>
            <a:rPr lang="en-US" sz="2400" b="0" i="0" kern="1200" dirty="0"/>
            <a:t>The hierarchical structure of an organization as represented in an organization chart, is characterized by:</a:t>
          </a:r>
          <a:endParaRPr lang="en-US" sz="2400" kern="1200" dirty="0"/>
        </a:p>
      </dsp:txBody>
      <dsp:txXfrm>
        <a:off x="456349" y="71868"/>
        <a:ext cx="5686232" cy="125198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BEB8A-291F-4852-B99C-6C42E6CFED6F}">
      <dsp:nvSpPr>
        <dsp:cNvPr id="0" name=""/>
        <dsp:cNvSpPr/>
      </dsp:nvSpPr>
      <dsp:spPr>
        <a:xfrm>
          <a:off x="0" y="504554"/>
          <a:ext cx="7772400" cy="459112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3225" tIns="1145540" rIns="603225" bIns="128016" numCol="1" spcCol="1270" anchor="t" anchorCtr="0">
          <a:noAutofit/>
        </a:bodyPr>
        <a:lstStyle/>
        <a:p>
          <a:pPr marL="171450" lvl="1" indent="-171450" algn="l" defTabSz="800100" rtl="0">
            <a:lnSpc>
              <a:spcPct val="90000"/>
            </a:lnSpc>
            <a:spcBef>
              <a:spcPct val="0"/>
            </a:spcBef>
            <a:spcAft>
              <a:spcPct val="15000"/>
            </a:spcAft>
            <a:buChar char="•"/>
          </a:pPr>
          <a:r>
            <a:rPr lang="en-US" sz="1800" b="0" i="0" kern="1200" dirty="0"/>
            <a:t>The main objective of matrix organization is to secure a higher degree of coordination than what is possible from the conventional organizational structures such as – the line and staff.</a:t>
          </a:r>
          <a:endParaRPr lang="en-US" sz="1800" kern="1200" dirty="0"/>
        </a:p>
        <a:p>
          <a:pPr marL="171450" lvl="1" indent="-171450" algn="l" defTabSz="800100" rtl="0">
            <a:lnSpc>
              <a:spcPct val="90000"/>
            </a:lnSpc>
            <a:spcBef>
              <a:spcPct val="0"/>
            </a:spcBef>
            <a:spcAft>
              <a:spcPct val="15000"/>
            </a:spcAft>
            <a:buChar char="•"/>
          </a:pPr>
          <a:r>
            <a:rPr lang="en-US" sz="1800" b="0" i="0" kern="1200" dirty="0"/>
            <a:t>Matrix organization is a two dimensional structure, a combination of pure project structure and the traditional functional departments. Members of a particular project team are drawn from the functional departments and are placed under the direction of the project manager.</a:t>
          </a:r>
          <a:endParaRPr lang="en-US" sz="1800" kern="1200" dirty="0"/>
        </a:p>
        <a:p>
          <a:pPr marL="171450" lvl="1" indent="-171450" algn="l" defTabSz="800100" rtl="0">
            <a:lnSpc>
              <a:spcPct val="90000"/>
            </a:lnSpc>
            <a:spcBef>
              <a:spcPct val="0"/>
            </a:spcBef>
            <a:spcAft>
              <a:spcPct val="15000"/>
            </a:spcAft>
            <a:buChar char="•"/>
          </a:pPr>
          <a:r>
            <a:rPr lang="en-US" sz="1800" kern="1200" dirty="0"/>
            <a:t>Some of the merits of Matrix structure are;	</a:t>
          </a:r>
        </a:p>
        <a:p>
          <a:pPr marL="342900" lvl="2" indent="-171450" algn="l" defTabSz="800100" rtl="0">
            <a:lnSpc>
              <a:spcPct val="90000"/>
            </a:lnSpc>
            <a:spcBef>
              <a:spcPct val="0"/>
            </a:spcBef>
            <a:spcAft>
              <a:spcPct val="15000"/>
            </a:spcAft>
            <a:buChar char="•"/>
          </a:pPr>
          <a:r>
            <a:rPr lang="en-US" sz="1800" b="0" kern="1200" dirty="0"/>
            <a:t>It offers operational freedom and flexibility.</a:t>
          </a:r>
          <a:endParaRPr lang="en-US" sz="1800" kern="1200" dirty="0"/>
        </a:p>
        <a:p>
          <a:pPr marL="342900" lvl="2" indent="-171450" algn="l" defTabSz="800100" rtl="0">
            <a:lnSpc>
              <a:spcPct val="90000"/>
            </a:lnSpc>
            <a:spcBef>
              <a:spcPct val="0"/>
            </a:spcBef>
            <a:spcAft>
              <a:spcPct val="15000"/>
            </a:spcAft>
            <a:buChar char="•"/>
          </a:pPr>
          <a:r>
            <a:rPr lang="en-US" sz="1800" b="0" kern="1200" dirty="0"/>
            <a:t>It seeks to optimize the utilization of resources.</a:t>
          </a:r>
          <a:endParaRPr lang="en-US" sz="1800" kern="1200" dirty="0"/>
        </a:p>
        <a:p>
          <a:pPr marL="342900" lvl="2" indent="-171450" algn="l" defTabSz="800100" rtl="0">
            <a:lnSpc>
              <a:spcPct val="90000"/>
            </a:lnSpc>
            <a:spcBef>
              <a:spcPct val="0"/>
            </a:spcBef>
            <a:spcAft>
              <a:spcPct val="15000"/>
            </a:spcAft>
            <a:buChar char="•"/>
          </a:pPr>
          <a:r>
            <a:rPr lang="en-US" sz="1800" b="0" kern="1200" dirty="0"/>
            <a:t>It focuses on end results.</a:t>
          </a:r>
          <a:endParaRPr lang="en-US" sz="1800" kern="1200" dirty="0"/>
        </a:p>
      </dsp:txBody>
      <dsp:txXfrm>
        <a:off x="0" y="504554"/>
        <a:ext cx="7772400" cy="4591125"/>
      </dsp:txXfrm>
    </dsp:sp>
    <dsp:sp modelId="{0F32B524-F01A-4420-B8BA-E84AD84431E5}">
      <dsp:nvSpPr>
        <dsp:cNvPr id="0" name=""/>
        <dsp:cNvSpPr/>
      </dsp:nvSpPr>
      <dsp:spPr>
        <a:xfrm>
          <a:off x="388620" y="621"/>
          <a:ext cx="5821690" cy="136293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645" tIns="0" rIns="205645" bIns="0" numCol="1" spcCol="1270" anchor="ctr" anchorCtr="0">
          <a:noAutofit/>
        </a:bodyPr>
        <a:lstStyle/>
        <a:p>
          <a:pPr marL="0" lvl="0" indent="0" algn="l" defTabSz="889000" rtl="0">
            <a:lnSpc>
              <a:spcPct val="90000"/>
            </a:lnSpc>
            <a:spcBef>
              <a:spcPct val="0"/>
            </a:spcBef>
            <a:spcAft>
              <a:spcPct val="35000"/>
            </a:spcAft>
            <a:buNone/>
          </a:pPr>
          <a:r>
            <a:rPr lang="en-US" sz="2000" b="0" i="0" kern="1200" dirty="0"/>
            <a:t>A matrix structure is developed to give equal emphasis and attention to product and function, or product and geography.</a:t>
          </a:r>
          <a:endParaRPr lang="en-US" sz="2000" kern="1200" dirty="0"/>
        </a:p>
      </dsp:txBody>
      <dsp:txXfrm>
        <a:off x="455153" y="67154"/>
        <a:ext cx="5688624" cy="122986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0C7353-23E3-41EE-AD8D-DC7C2E60D129}">
      <dsp:nvSpPr>
        <dsp:cNvPr id="0" name=""/>
        <dsp:cNvSpPr/>
      </dsp:nvSpPr>
      <dsp:spPr>
        <a:xfrm>
          <a:off x="0" y="148413"/>
          <a:ext cx="7391400" cy="694777"/>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rtl="0">
            <a:lnSpc>
              <a:spcPct val="90000"/>
            </a:lnSpc>
            <a:spcBef>
              <a:spcPct val="0"/>
            </a:spcBef>
            <a:spcAft>
              <a:spcPct val="35000"/>
            </a:spcAft>
            <a:buNone/>
          </a:pPr>
          <a:r>
            <a:rPr lang="en-US" sz="2000" b="0" i="0" kern="1200" dirty="0"/>
            <a:t>There are 4 essential attributes that constitute an ideal business process:</a:t>
          </a:r>
          <a:endParaRPr lang="en-US" sz="2000" kern="1200" dirty="0"/>
        </a:p>
      </dsp:txBody>
      <dsp:txXfrm>
        <a:off x="0" y="148413"/>
        <a:ext cx="7391400" cy="694777"/>
      </dsp:txXfrm>
    </dsp:sp>
    <dsp:sp modelId="{12DA539A-9E33-475F-9983-F84D0B19D580}">
      <dsp:nvSpPr>
        <dsp:cNvPr id="0" name=""/>
        <dsp:cNvSpPr/>
      </dsp:nvSpPr>
      <dsp:spPr>
        <a:xfrm>
          <a:off x="0" y="843190"/>
          <a:ext cx="7391400" cy="20203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90000"/>
            </a:lnSpc>
            <a:spcBef>
              <a:spcPct val="0"/>
            </a:spcBef>
            <a:spcAft>
              <a:spcPct val="15000"/>
            </a:spcAft>
            <a:buChar char="•"/>
          </a:pPr>
          <a:r>
            <a:rPr lang="en-US" sz="1600" b="0" i="0" kern="1200" dirty="0"/>
            <a:t>Finite – A good business process has a well-defined starting point and ending point. It also has a finite number of steps.</a:t>
          </a:r>
          <a:endParaRPr lang="en-US" sz="1600" kern="1200" dirty="0"/>
        </a:p>
        <a:p>
          <a:pPr marL="171450" lvl="1" indent="-171450" algn="l" defTabSz="711200" rtl="0">
            <a:lnSpc>
              <a:spcPct val="90000"/>
            </a:lnSpc>
            <a:spcBef>
              <a:spcPct val="0"/>
            </a:spcBef>
            <a:spcAft>
              <a:spcPct val="15000"/>
            </a:spcAft>
            <a:buChar char="•"/>
          </a:pPr>
          <a:r>
            <a:rPr lang="en-US" sz="1600" b="0" i="0" kern="1200" dirty="0"/>
            <a:t>Repeatable – A good business process can be run an indefinite number of times.</a:t>
          </a:r>
          <a:endParaRPr lang="en-US" sz="1600" kern="1200" dirty="0"/>
        </a:p>
        <a:p>
          <a:pPr marL="171450" lvl="1" indent="-171450" algn="l" defTabSz="711200" rtl="0">
            <a:lnSpc>
              <a:spcPct val="90000"/>
            </a:lnSpc>
            <a:spcBef>
              <a:spcPct val="0"/>
            </a:spcBef>
            <a:spcAft>
              <a:spcPct val="15000"/>
            </a:spcAft>
            <a:buChar char="•"/>
          </a:pPr>
          <a:r>
            <a:rPr lang="en-US" sz="1600" b="0" i="0" kern="1200" dirty="0"/>
            <a:t>Creates value – It ultimately aims at translating creation of value into executable tasks and does not have any step in the process just for the sake of it. </a:t>
          </a:r>
        </a:p>
        <a:p>
          <a:pPr marL="171450" lvl="1" indent="-171450" algn="l" defTabSz="711200" rtl="0">
            <a:lnSpc>
              <a:spcPct val="90000"/>
            </a:lnSpc>
            <a:spcBef>
              <a:spcPct val="0"/>
            </a:spcBef>
            <a:spcAft>
              <a:spcPct val="15000"/>
            </a:spcAft>
            <a:buChar char="•"/>
          </a:pPr>
          <a:r>
            <a:rPr lang="en-US" sz="1600" b="0" i="0" kern="1200" dirty="0"/>
            <a:t>Flexibility – It has an in-built nature to be flexible to change and is not rigid</a:t>
          </a:r>
        </a:p>
      </dsp:txBody>
      <dsp:txXfrm>
        <a:off x="0" y="843190"/>
        <a:ext cx="7391400" cy="202032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AC36B9-D691-4686-8901-44A2B909F996}">
      <dsp:nvSpPr>
        <dsp:cNvPr id="0" name=""/>
        <dsp:cNvSpPr/>
      </dsp:nvSpPr>
      <dsp:spPr>
        <a:xfrm>
          <a:off x="527236" y="0"/>
          <a:ext cx="5975351" cy="325804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4720B8-4BA8-4968-A645-50DB8385F473}">
      <dsp:nvSpPr>
        <dsp:cNvPr id="0" name=""/>
        <dsp:cNvSpPr/>
      </dsp:nvSpPr>
      <dsp:spPr>
        <a:xfrm>
          <a:off x="76888" y="977415"/>
          <a:ext cx="6876047" cy="13032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0" i="0" kern="1200" dirty="0"/>
            <a:t>BPM includes concepts, methods and techniques to support the design, administration, configuration enactment and analysis of business processes</a:t>
          </a:r>
        </a:p>
      </dsp:txBody>
      <dsp:txXfrm>
        <a:off x="140506" y="1041033"/>
        <a:ext cx="6748811" cy="117598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4B3B99-84BB-46EA-8C21-0628C56C432A}">
      <dsp:nvSpPr>
        <dsp:cNvPr id="0" name=""/>
        <dsp:cNvSpPr/>
      </dsp:nvSpPr>
      <dsp:spPr>
        <a:xfrm>
          <a:off x="6178" y="243998"/>
          <a:ext cx="1846702" cy="2770053"/>
        </a:xfrm>
        <a:prstGeom prst="roundRect">
          <a:avLst>
            <a:gd name="adj" fmla="val 10000"/>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i="0" kern="1200" dirty="0"/>
            <a:t>BPM includes concepts, methods and techniques to support the design, administration, configuration enactment and analysis of business processes</a:t>
          </a:r>
        </a:p>
      </dsp:txBody>
      <dsp:txXfrm>
        <a:off x="60266" y="298086"/>
        <a:ext cx="1738526" cy="2661877"/>
      </dsp:txXfrm>
    </dsp:sp>
    <dsp:sp modelId="{F88773B7-6455-4904-BC21-638904A9CE98}">
      <dsp:nvSpPr>
        <dsp:cNvPr id="0" name=""/>
        <dsp:cNvSpPr/>
      </dsp:nvSpPr>
      <dsp:spPr>
        <a:xfrm>
          <a:off x="2037550" y="1400033"/>
          <a:ext cx="391500" cy="457982"/>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037550" y="1491629"/>
        <a:ext cx="274050" cy="274790"/>
      </dsp:txXfrm>
    </dsp:sp>
    <dsp:sp modelId="{AACD10D9-323C-47D9-AAF9-C6389DD3EE3D}">
      <dsp:nvSpPr>
        <dsp:cNvPr id="0" name=""/>
        <dsp:cNvSpPr/>
      </dsp:nvSpPr>
      <dsp:spPr>
        <a:xfrm>
          <a:off x="2591561" y="243998"/>
          <a:ext cx="1846702" cy="2770053"/>
        </a:xfrm>
        <a:prstGeom prst="roundRect">
          <a:avLst>
            <a:gd name="adj" fmla="val 10000"/>
          </a:avLst>
        </a:prstGeom>
        <a:solidFill>
          <a:schemeClr val="accent1">
            <a:shade val="50000"/>
            <a:hueOff val="-408987"/>
            <a:satOff val="11797"/>
            <a:lumOff val="299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The basis of BPM is the explicit representation of business processes with their activities and the execution  constraints between them. </a:t>
          </a:r>
        </a:p>
      </dsp:txBody>
      <dsp:txXfrm>
        <a:off x="2645649" y="298086"/>
        <a:ext cx="1738526" cy="2661877"/>
      </dsp:txXfrm>
    </dsp:sp>
    <dsp:sp modelId="{764F5C6B-40ED-4A87-9844-C62C4F6EDC24}">
      <dsp:nvSpPr>
        <dsp:cNvPr id="0" name=""/>
        <dsp:cNvSpPr/>
      </dsp:nvSpPr>
      <dsp:spPr>
        <a:xfrm>
          <a:off x="4622933" y="1400033"/>
          <a:ext cx="391500" cy="457982"/>
        </a:xfrm>
        <a:prstGeom prst="rightArrow">
          <a:avLst>
            <a:gd name="adj1" fmla="val 60000"/>
            <a:gd name="adj2" fmla="val 50000"/>
          </a:avLst>
        </a:prstGeom>
        <a:solidFill>
          <a:schemeClr val="accent1">
            <a:shade val="90000"/>
            <a:hueOff val="-639734"/>
            <a:satOff val="9653"/>
            <a:lumOff val="3391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622933" y="1491629"/>
        <a:ext cx="274050" cy="274790"/>
      </dsp:txXfrm>
    </dsp:sp>
    <dsp:sp modelId="{56E79C73-DA67-4672-B61B-36ABAC99E264}">
      <dsp:nvSpPr>
        <dsp:cNvPr id="0" name=""/>
        <dsp:cNvSpPr/>
      </dsp:nvSpPr>
      <dsp:spPr>
        <a:xfrm>
          <a:off x="5176944" y="243998"/>
          <a:ext cx="1846702" cy="2770053"/>
        </a:xfrm>
        <a:prstGeom prst="roundRect">
          <a:avLst>
            <a:gd name="adj" fmla="val 10000"/>
          </a:avLst>
        </a:prstGeom>
        <a:solidFill>
          <a:schemeClr val="accent1">
            <a:shade val="50000"/>
            <a:hueOff val="-408987"/>
            <a:satOff val="11797"/>
            <a:lumOff val="299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Once business processes are defined, they can be subject to analysis, improvement and enactment.</a:t>
          </a:r>
        </a:p>
      </dsp:txBody>
      <dsp:txXfrm>
        <a:off x="5231032" y="298086"/>
        <a:ext cx="1738526" cy="266187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719A8-D9E7-42E7-BE8C-7A4A73084F45}">
      <dsp:nvSpPr>
        <dsp:cNvPr id="0" name=""/>
        <dsp:cNvSpPr/>
      </dsp:nvSpPr>
      <dsp:spPr>
        <a:xfrm>
          <a:off x="0" y="1569227"/>
          <a:ext cx="8458200" cy="340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450" tIns="416560" rIns="656450" bIns="99568" numCol="1" spcCol="1270" anchor="t" anchorCtr="0">
          <a:noAutofit/>
        </a:bodyPr>
        <a:lstStyle/>
        <a:p>
          <a:pPr marL="114300" lvl="1" indent="-114300" algn="l" defTabSz="622300" rtl="0">
            <a:lnSpc>
              <a:spcPct val="90000"/>
            </a:lnSpc>
            <a:spcBef>
              <a:spcPct val="0"/>
            </a:spcBef>
            <a:spcAft>
              <a:spcPct val="15000"/>
            </a:spcAft>
            <a:buChar char="•"/>
          </a:pPr>
          <a:r>
            <a:rPr lang="en-US" sz="1400" b="1" i="0" kern="1200" baseline="0" dirty="0"/>
            <a:t>Identify processes for change: </a:t>
          </a:r>
          <a:r>
            <a:rPr lang="en-US" sz="1400" b="0" i="0" kern="1200" baseline="0" dirty="0"/>
            <a:t>One of the most important strategic decisions that a firm can make is not deciding how to use computers to improve business processes, but rather understanding what business processes need improvement.</a:t>
          </a:r>
          <a:endParaRPr lang="en-US" sz="1400" kern="1200" dirty="0"/>
        </a:p>
        <a:p>
          <a:pPr marL="114300" lvl="1" indent="-114300" algn="l" defTabSz="622300" rtl="0">
            <a:lnSpc>
              <a:spcPct val="90000"/>
            </a:lnSpc>
            <a:spcBef>
              <a:spcPct val="0"/>
            </a:spcBef>
            <a:spcAft>
              <a:spcPct val="15000"/>
            </a:spcAft>
            <a:buChar char="•"/>
          </a:pPr>
          <a:r>
            <a:rPr lang="en-US" sz="1400" b="1" i="0" kern="1200" dirty="0"/>
            <a:t>Analyze existing processes: </a:t>
          </a:r>
          <a:r>
            <a:rPr lang="en-US" sz="1400" b="0" i="0" kern="1200" dirty="0"/>
            <a:t>Existing business processes should be modeled and documented, noting inputs, outputs, resources, and the sequence of activities. The process design team identifies redundant steps, paper-intensive tasks, bottlenecks, and other inefficiencies.</a:t>
          </a:r>
          <a:endParaRPr lang="en-US" sz="1400" kern="1200" dirty="0"/>
        </a:p>
        <a:p>
          <a:pPr marL="114300" lvl="1" indent="-114300" algn="l" defTabSz="622300" rtl="0">
            <a:lnSpc>
              <a:spcPct val="90000"/>
            </a:lnSpc>
            <a:spcBef>
              <a:spcPct val="0"/>
            </a:spcBef>
            <a:spcAft>
              <a:spcPct val="15000"/>
            </a:spcAft>
            <a:buChar char="•"/>
          </a:pPr>
          <a:r>
            <a:rPr lang="en-US" sz="1400" b="1" i="0" kern="1200" dirty="0"/>
            <a:t>Design the new process: </a:t>
          </a:r>
          <a:r>
            <a:rPr lang="en-US" sz="1400" b="0" i="0" kern="1200" dirty="0"/>
            <a:t>Once the existing process is mapped and measured in terms of time and cost, the process design team will try to improve the process by designing a new one. A new streamlined “to-be” process will be documented and modeled for comparison with the old process.</a:t>
          </a:r>
          <a:endParaRPr lang="en-US" sz="1400" kern="1200" dirty="0"/>
        </a:p>
        <a:p>
          <a:pPr marL="114300" lvl="1" indent="-114300" algn="l" defTabSz="622300" rtl="0">
            <a:lnSpc>
              <a:spcPct val="90000"/>
            </a:lnSpc>
            <a:spcBef>
              <a:spcPct val="0"/>
            </a:spcBef>
            <a:spcAft>
              <a:spcPct val="15000"/>
            </a:spcAft>
            <a:buChar char="•"/>
          </a:pPr>
          <a:r>
            <a:rPr lang="en-US" sz="1400" b="1" i="0" kern="1200" dirty="0"/>
            <a:t>Implement the new process: </a:t>
          </a:r>
          <a:r>
            <a:rPr lang="en-US" sz="1400" b="0" i="0" kern="1200" dirty="0"/>
            <a:t>Once the new process has been thoroughly modeled and analyzed, it must be translated into a new set of procedures and work rules.</a:t>
          </a:r>
          <a:endParaRPr lang="en-US" sz="1400" kern="1200" dirty="0"/>
        </a:p>
        <a:p>
          <a:pPr marL="114300" lvl="1" indent="-114300" algn="l" defTabSz="622300" rtl="0">
            <a:lnSpc>
              <a:spcPct val="90000"/>
            </a:lnSpc>
            <a:spcBef>
              <a:spcPct val="0"/>
            </a:spcBef>
            <a:spcAft>
              <a:spcPct val="15000"/>
            </a:spcAft>
            <a:buChar char="•"/>
          </a:pPr>
          <a:r>
            <a:rPr lang="en-US" sz="1400" b="1" i="0" kern="1200" dirty="0"/>
            <a:t>Continuous measurement: </a:t>
          </a:r>
          <a:r>
            <a:rPr lang="en-US" sz="1400" b="0" i="0" kern="1200" dirty="0"/>
            <a:t>Once a process has been implemented and optimized, it needs to be continually measured.</a:t>
          </a:r>
        </a:p>
      </dsp:txBody>
      <dsp:txXfrm>
        <a:off x="0" y="1569227"/>
        <a:ext cx="8458200" cy="3402000"/>
      </dsp:txXfrm>
    </dsp:sp>
    <dsp:sp modelId="{EF1E790B-8219-46BA-AA31-0ABC62E066D8}">
      <dsp:nvSpPr>
        <dsp:cNvPr id="0" name=""/>
        <dsp:cNvSpPr/>
      </dsp:nvSpPr>
      <dsp:spPr>
        <a:xfrm>
          <a:off x="422497" y="38922"/>
          <a:ext cx="7247184" cy="182550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3790" tIns="0" rIns="223790" bIns="0" numCol="1" spcCol="1270" anchor="ctr" anchorCtr="0">
          <a:noAutofit/>
        </a:bodyPr>
        <a:lstStyle/>
        <a:p>
          <a:pPr marL="0" lvl="0" indent="0" algn="l" defTabSz="800100" rtl="0">
            <a:lnSpc>
              <a:spcPct val="90000"/>
            </a:lnSpc>
            <a:spcBef>
              <a:spcPct val="0"/>
            </a:spcBef>
            <a:spcAft>
              <a:spcPct val="35000"/>
            </a:spcAft>
            <a:buNone/>
          </a:pPr>
          <a:r>
            <a:rPr lang="en-US" sz="1800" b="0" i="0" kern="1200" baseline="0" dirty="0"/>
            <a:t>BPM is never concluded because continuous improvement requires continual change. Companies practicing business process management need to go through the following steps:</a:t>
          </a:r>
          <a:endParaRPr lang="en-US" sz="1800" kern="1200" dirty="0"/>
        </a:p>
      </dsp:txBody>
      <dsp:txXfrm>
        <a:off x="511611" y="128036"/>
        <a:ext cx="7068956" cy="164727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68992E-6F9C-40A1-A9B0-86D6B713ACD1}">
      <dsp:nvSpPr>
        <dsp:cNvPr id="0" name=""/>
        <dsp:cNvSpPr/>
      </dsp:nvSpPr>
      <dsp:spPr>
        <a:xfrm>
          <a:off x="9395" y="359108"/>
          <a:ext cx="1260476" cy="79762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rtl="0">
            <a:lnSpc>
              <a:spcPct val="90000"/>
            </a:lnSpc>
            <a:spcBef>
              <a:spcPct val="0"/>
            </a:spcBef>
            <a:spcAft>
              <a:spcPct val="35000"/>
            </a:spcAft>
            <a:buNone/>
          </a:pPr>
          <a:r>
            <a:rPr lang="en-US" sz="1600" b="0" i="0" kern="1200" dirty="0"/>
            <a:t>Planning &amp; strategic alignment: </a:t>
          </a:r>
          <a:endParaRPr lang="en-US" sz="1600" kern="1200" dirty="0"/>
        </a:p>
      </dsp:txBody>
      <dsp:txXfrm>
        <a:off x="9395" y="359108"/>
        <a:ext cx="1260476" cy="797624"/>
      </dsp:txXfrm>
    </dsp:sp>
    <dsp:sp modelId="{A216915B-02B4-446B-AC25-3F470C83C878}">
      <dsp:nvSpPr>
        <dsp:cNvPr id="0" name=""/>
        <dsp:cNvSpPr/>
      </dsp:nvSpPr>
      <dsp:spPr>
        <a:xfrm>
          <a:off x="9395" y="1309135"/>
          <a:ext cx="1260476" cy="3774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rtl="0">
            <a:lnSpc>
              <a:spcPct val="90000"/>
            </a:lnSpc>
            <a:spcBef>
              <a:spcPct val="0"/>
            </a:spcBef>
            <a:spcAft>
              <a:spcPct val="15000"/>
            </a:spcAft>
            <a:buChar char="•"/>
          </a:pPr>
          <a:r>
            <a:rPr lang="en-US" sz="1400" b="0" i="0" kern="1200" dirty="0">
              <a:latin typeface="Calibri" pitchFamily="34" charset="0"/>
            </a:rPr>
            <a:t>Organization profiling</a:t>
          </a:r>
          <a:endParaRPr lang="en-US" sz="1400" kern="1200" dirty="0">
            <a:latin typeface="Calibri" pitchFamily="34" charset="0"/>
          </a:endParaRPr>
        </a:p>
        <a:p>
          <a:pPr marL="114300" lvl="1" indent="-114300" algn="l" defTabSz="622300">
            <a:lnSpc>
              <a:spcPct val="90000"/>
            </a:lnSpc>
            <a:spcBef>
              <a:spcPct val="0"/>
            </a:spcBef>
            <a:spcAft>
              <a:spcPct val="15000"/>
            </a:spcAft>
            <a:buChar char="•"/>
          </a:pPr>
          <a:r>
            <a:rPr lang="en-US" sz="1400" b="0" i="0" kern="1200" dirty="0">
              <a:latin typeface="Calibri" pitchFamily="34" charset="0"/>
            </a:rPr>
            <a:t>Identifying primary, management, and support processes</a:t>
          </a:r>
        </a:p>
        <a:p>
          <a:pPr marL="114300" lvl="1" indent="-114300" algn="l" defTabSz="622300">
            <a:lnSpc>
              <a:spcPct val="90000"/>
            </a:lnSpc>
            <a:spcBef>
              <a:spcPct val="0"/>
            </a:spcBef>
            <a:spcAft>
              <a:spcPct val="15000"/>
            </a:spcAft>
            <a:buChar char="•"/>
          </a:pPr>
          <a:r>
            <a:rPr lang="en-US" sz="1400" b="0" i="0" kern="1200" dirty="0">
              <a:latin typeface="Calibri" pitchFamily="34" charset="0"/>
            </a:rPr>
            <a:t>Noting key performance indicators (KPIs)</a:t>
          </a:r>
        </a:p>
        <a:p>
          <a:pPr marL="114300" lvl="1" indent="-114300" algn="l" defTabSz="622300">
            <a:lnSpc>
              <a:spcPct val="90000"/>
            </a:lnSpc>
            <a:spcBef>
              <a:spcPct val="0"/>
            </a:spcBef>
            <a:spcAft>
              <a:spcPct val="15000"/>
            </a:spcAft>
            <a:buChar char="•"/>
          </a:pPr>
          <a:r>
            <a:rPr lang="en-US" sz="1400" b="0" i="0" kern="1200" dirty="0">
              <a:latin typeface="Calibri" pitchFamily="34" charset="0"/>
            </a:rPr>
            <a:t>Preparing for process analysis</a:t>
          </a:r>
        </a:p>
      </dsp:txBody>
      <dsp:txXfrm>
        <a:off x="9395" y="1309135"/>
        <a:ext cx="1260476" cy="3774375"/>
      </dsp:txXfrm>
    </dsp:sp>
    <dsp:sp modelId="{1AD5EF17-271D-4D15-B2D1-300BAEC0F00D}">
      <dsp:nvSpPr>
        <dsp:cNvPr id="0" name=""/>
        <dsp:cNvSpPr/>
      </dsp:nvSpPr>
      <dsp:spPr>
        <a:xfrm>
          <a:off x="1446166" y="432467"/>
          <a:ext cx="1259245" cy="50419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0" i="0" kern="1200" dirty="0"/>
            <a:t>Process analysis</a:t>
          </a:r>
        </a:p>
      </dsp:txBody>
      <dsp:txXfrm>
        <a:off x="1446166" y="432467"/>
        <a:ext cx="1259245" cy="504190"/>
      </dsp:txXfrm>
    </dsp:sp>
    <dsp:sp modelId="{BF055634-7063-4542-83C0-6FEC0596A2AC}">
      <dsp:nvSpPr>
        <dsp:cNvPr id="0" name=""/>
        <dsp:cNvSpPr/>
      </dsp:nvSpPr>
      <dsp:spPr>
        <a:xfrm>
          <a:off x="1446166" y="1235777"/>
          <a:ext cx="1259245" cy="3774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b="0" i="0" kern="1200" dirty="0">
              <a:latin typeface="Calibri" pitchFamily="34" charset="0"/>
            </a:rPr>
            <a:t>In this stage, one needs to observe the process as it is currently practiced in order to get a complete picture.</a:t>
          </a:r>
        </a:p>
        <a:p>
          <a:pPr marL="114300" lvl="1" indent="-114300" algn="l" defTabSz="622300">
            <a:lnSpc>
              <a:spcPct val="90000"/>
            </a:lnSpc>
            <a:spcBef>
              <a:spcPct val="0"/>
            </a:spcBef>
            <a:spcAft>
              <a:spcPct val="15000"/>
            </a:spcAft>
            <a:buChar char="•"/>
          </a:pPr>
          <a:r>
            <a:rPr lang="en-US" sz="1400" b="0" i="0" kern="1200" dirty="0">
              <a:latin typeface="Calibri" pitchFamily="34" charset="0"/>
            </a:rPr>
            <a:t>Based on the nature of the processes, the method of analysis chosen may be qualitative / quantitative. </a:t>
          </a:r>
        </a:p>
      </dsp:txBody>
      <dsp:txXfrm>
        <a:off x="1446166" y="1235777"/>
        <a:ext cx="1259245" cy="3774375"/>
      </dsp:txXfrm>
    </dsp:sp>
    <dsp:sp modelId="{904E8871-D429-49BC-89A6-89E6F96A230A}">
      <dsp:nvSpPr>
        <dsp:cNvPr id="0" name=""/>
        <dsp:cNvSpPr/>
      </dsp:nvSpPr>
      <dsp:spPr>
        <a:xfrm>
          <a:off x="2881706" y="432467"/>
          <a:ext cx="1259245" cy="50419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0" i="0" kern="1200" dirty="0"/>
            <a:t>Process design</a:t>
          </a:r>
          <a:endParaRPr lang="en-US" sz="1200" b="0" i="0" kern="1200" dirty="0"/>
        </a:p>
      </dsp:txBody>
      <dsp:txXfrm>
        <a:off x="2881706" y="432467"/>
        <a:ext cx="1259245" cy="504190"/>
      </dsp:txXfrm>
    </dsp:sp>
    <dsp:sp modelId="{713CA399-69DC-4137-A005-9F1C31071854}">
      <dsp:nvSpPr>
        <dsp:cNvPr id="0" name=""/>
        <dsp:cNvSpPr/>
      </dsp:nvSpPr>
      <dsp:spPr>
        <a:xfrm>
          <a:off x="2881706" y="1235777"/>
          <a:ext cx="1259245" cy="3774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b="0" i="0" kern="1200" dirty="0">
              <a:latin typeface="Calibri" pitchFamily="34" charset="0"/>
            </a:rPr>
            <a:t>Observations from process analysis are put to use in the design stage.</a:t>
          </a:r>
        </a:p>
        <a:p>
          <a:pPr marL="114300" lvl="1" indent="-114300" algn="l" defTabSz="622300">
            <a:lnSpc>
              <a:spcPct val="90000"/>
            </a:lnSpc>
            <a:spcBef>
              <a:spcPct val="0"/>
            </a:spcBef>
            <a:spcAft>
              <a:spcPct val="15000"/>
            </a:spcAft>
            <a:buChar char="•"/>
          </a:pPr>
          <a:r>
            <a:rPr lang="en-US" sz="1400" b="0" i="0" kern="1200" dirty="0">
              <a:latin typeface="Calibri" pitchFamily="34" charset="0"/>
            </a:rPr>
            <a:t>Continuous process improvement</a:t>
          </a:r>
        </a:p>
        <a:p>
          <a:pPr marL="114300" lvl="1" indent="-114300" algn="l" defTabSz="622300">
            <a:lnSpc>
              <a:spcPct val="90000"/>
            </a:lnSpc>
            <a:spcBef>
              <a:spcPct val="0"/>
            </a:spcBef>
            <a:spcAft>
              <a:spcPct val="15000"/>
            </a:spcAft>
            <a:buChar char="•"/>
          </a:pPr>
          <a:r>
            <a:rPr lang="en-US" sz="1400" b="0" i="0" kern="1200" dirty="0">
              <a:latin typeface="Calibri" pitchFamily="34" charset="0"/>
            </a:rPr>
            <a:t>Redesign </a:t>
          </a:r>
        </a:p>
      </dsp:txBody>
      <dsp:txXfrm>
        <a:off x="2881706" y="1235777"/>
        <a:ext cx="1259245" cy="3774375"/>
      </dsp:txXfrm>
    </dsp:sp>
    <dsp:sp modelId="{95D1D9E4-6ABA-4CAD-9B42-ADEEA1A85783}">
      <dsp:nvSpPr>
        <dsp:cNvPr id="0" name=""/>
        <dsp:cNvSpPr/>
      </dsp:nvSpPr>
      <dsp:spPr>
        <a:xfrm>
          <a:off x="4267206" y="133350"/>
          <a:ext cx="1260476" cy="102054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0" i="0" kern="1200" dirty="0"/>
            <a:t>Implementing the process</a:t>
          </a:r>
        </a:p>
      </dsp:txBody>
      <dsp:txXfrm>
        <a:off x="4267206" y="133350"/>
        <a:ext cx="1260476" cy="1020542"/>
      </dsp:txXfrm>
    </dsp:sp>
    <dsp:sp modelId="{870A5EAB-AE68-4B3A-A57E-7BCAA1B8A420}">
      <dsp:nvSpPr>
        <dsp:cNvPr id="0" name=""/>
        <dsp:cNvSpPr/>
      </dsp:nvSpPr>
      <dsp:spPr>
        <a:xfrm>
          <a:off x="4317247" y="1235781"/>
          <a:ext cx="1260476" cy="3774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b="0" i="0" kern="1200" dirty="0">
              <a:latin typeface="Calibri" pitchFamily="34" charset="0"/>
            </a:rPr>
            <a:t>Systemic and non-systemic implementation</a:t>
          </a:r>
          <a:endParaRPr lang="en-US" sz="1400" kern="1200" dirty="0">
            <a:latin typeface="Calibri" pitchFamily="34" charset="0"/>
          </a:endParaRPr>
        </a:p>
        <a:p>
          <a:pPr marL="114300" lvl="1" indent="-114300" algn="l" defTabSz="622300">
            <a:lnSpc>
              <a:spcPct val="90000"/>
            </a:lnSpc>
            <a:spcBef>
              <a:spcPct val="0"/>
            </a:spcBef>
            <a:spcAft>
              <a:spcPct val="15000"/>
            </a:spcAft>
            <a:buChar char="•"/>
          </a:pPr>
          <a:r>
            <a:rPr lang="en-US" sz="1400" b="0" i="0" kern="1200" dirty="0">
              <a:latin typeface="Calibri" pitchFamily="34" charset="0"/>
            </a:rPr>
            <a:t>The choice between the two types depends on the nature of the business process and resources available to the organization.</a:t>
          </a:r>
          <a:endParaRPr lang="en-US" sz="1400" kern="1200" dirty="0">
            <a:latin typeface="Calibri" pitchFamily="34" charset="0"/>
          </a:endParaRPr>
        </a:p>
      </dsp:txBody>
      <dsp:txXfrm>
        <a:off x="4317247" y="1235781"/>
        <a:ext cx="1260476" cy="3774375"/>
      </dsp:txXfrm>
    </dsp:sp>
    <dsp:sp modelId="{AA7C9DB5-9C26-480D-92A3-DF878C7AC5AA}">
      <dsp:nvSpPr>
        <dsp:cNvPr id="0" name=""/>
        <dsp:cNvSpPr/>
      </dsp:nvSpPr>
      <dsp:spPr>
        <a:xfrm>
          <a:off x="5754018" y="432467"/>
          <a:ext cx="1259245" cy="50419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0" i="0" kern="1200" dirty="0"/>
            <a:t>Process monitoring</a:t>
          </a:r>
        </a:p>
      </dsp:txBody>
      <dsp:txXfrm>
        <a:off x="5754018" y="432467"/>
        <a:ext cx="1259245" cy="504190"/>
      </dsp:txXfrm>
    </dsp:sp>
    <dsp:sp modelId="{8D3D382C-06D8-457B-8A0A-3201D5F669C6}">
      <dsp:nvSpPr>
        <dsp:cNvPr id="0" name=""/>
        <dsp:cNvSpPr/>
      </dsp:nvSpPr>
      <dsp:spPr>
        <a:xfrm>
          <a:off x="5754018" y="1235777"/>
          <a:ext cx="1259245" cy="3774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b="0" i="0" kern="1200" dirty="0">
              <a:latin typeface="Calibri" pitchFamily="34" charset="0"/>
            </a:rPr>
            <a:t>In this stage, previously identified KPIs are monitored to ensure that the process is aligning with the organization’s overarching goals.</a:t>
          </a:r>
          <a:endParaRPr lang="en-US" sz="1400" kern="1200" dirty="0">
            <a:latin typeface="Calibri" pitchFamily="34" charset="0"/>
          </a:endParaRPr>
        </a:p>
      </dsp:txBody>
      <dsp:txXfrm>
        <a:off x="5754018" y="1235777"/>
        <a:ext cx="1259245" cy="3774375"/>
      </dsp:txXfrm>
    </dsp:sp>
    <dsp:sp modelId="{201E9904-BF37-4EB1-BD47-4DAEC75FC9C4}">
      <dsp:nvSpPr>
        <dsp:cNvPr id="0" name=""/>
        <dsp:cNvSpPr/>
      </dsp:nvSpPr>
      <dsp:spPr>
        <a:xfrm>
          <a:off x="7189558" y="432467"/>
          <a:ext cx="1259245" cy="50419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0" i="0" kern="1200" dirty="0"/>
            <a:t>Process refinement</a:t>
          </a:r>
          <a:endParaRPr lang="en-US" sz="1600" kern="1200" dirty="0"/>
        </a:p>
      </dsp:txBody>
      <dsp:txXfrm>
        <a:off x="7189558" y="432467"/>
        <a:ext cx="1259245" cy="504190"/>
      </dsp:txXfrm>
    </dsp:sp>
    <dsp:sp modelId="{E70CC4FB-88C1-4627-95B0-0CBC46BE6ABA}">
      <dsp:nvSpPr>
        <dsp:cNvPr id="0" name=""/>
        <dsp:cNvSpPr/>
      </dsp:nvSpPr>
      <dsp:spPr>
        <a:xfrm>
          <a:off x="7189558" y="1235777"/>
          <a:ext cx="1259245" cy="377437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b="0" i="0" kern="1200" dirty="0">
              <a:latin typeface="Calibri" pitchFamily="34" charset="0"/>
            </a:rPr>
            <a:t>In the refinement stage, one makes the effort to close the gap between current performance and the modeled process with carefully measured changes.</a:t>
          </a:r>
          <a:endParaRPr lang="en-US" sz="1400" kern="1200" dirty="0">
            <a:latin typeface="Calibri" pitchFamily="34" charset="0"/>
          </a:endParaRPr>
        </a:p>
      </dsp:txBody>
      <dsp:txXfrm>
        <a:off x="7189558" y="1235777"/>
        <a:ext cx="1259245" cy="377437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9" name="Google Shape;51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225" y="0"/>
            <a:ext cx="9144224" cy="5143512"/>
            <a:chOff x="-225" y="0"/>
            <a:chExt cx="9144224" cy="5143512"/>
          </a:xfrm>
        </p:grpSpPr>
        <p:sp>
          <p:nvSpPr>
            <p:cNvPr id="11" name="Google Shape;11;p2"/>
            <p:cNvSpPr/>
            <p:nvPr/>
          </p:nvSpPr>
          <p:spPr>
            <a:xfrm>
              <a:off x="0" y="0"/>
              <a:ext cx="61002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75" y="1541675"/>
              <a:ext cx="6870000" cy="2060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a:off x="8477595" y="4477088"/>
              <a:ext cx="666403" cy="666424"/>
              <a:chOff x="7996345" y="980275"/>
              <a:chExt cx="666403" cy="666424"/>
            </a:xfrm>
          </p:grpSpPr>
          <p:sp>
            <p:nvSpPr>
              <p:cNvPr id="14" name="Google Shape;14;p2"/>
              <p:cNvSpPr/>
              <p:nvPr/>
            </p:nvSpPr>
            <p:spPr>
              <a:xfrm>
                <a:off x="7996345" y="980275"/>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198672" y="980275"/>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400998" y="980275"/>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996345" y="1182617"/>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198672" y="1182617"/>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400998" y="1182617"/>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996345" y="1384958"/>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198672" y="1384958"/>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400998" y="1384958"/>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996345" y="1587299"/>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198672" y="1587299"/>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400998" y="1587299"/>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603324" y="980275"/>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603324" y="1182617"/>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603324" y="1384958"/>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603349" y="1587299"/>
                <a:ext cx="59400" cy="5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7042555" y="1541664"/>
              <a:ext cx="730045" cy="2060087"/>
              <a:chOff x="7022220" y="1541675"/>
              <a:chExt cx="666403" cy="1880499"/>
            </a:xfrm>
          </p:grpSpPr>
          <p:sp>
            <p:nvSpPr>
              <p:cNvPr id="31" name="Google Shape;31;p2"/>
              <p:cNvSpPr/>
              <p:nvPr/>
            </p:nvSpPr>
            <p:spPr>
              <a:xfrm>
                <a:off x="7022220" y="1541675"/>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24547" y="1541675"/>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426873" y="1541675"/>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022220" y="1744017"/>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7224547" y="1744017"/>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7426873" y="1744017"/>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022220" y="1946358"/>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7224547" y="1946358"/>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7426873" y="1946358"/>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7022220" y="2148699"/>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7224547" y="2148699"/>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7426873" y="2148699"/>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7629199" y="1541675"/>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629199" y="1744017"/>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7629199" y="1946358"/>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7629224" y="2148699"/>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7022220" y="2351050"/>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7224547" y="2351050"/>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7426873" y="2351050"/>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7022220" y="2553392"/>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7224547" y="2553392"/>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7426873" y="2553392"/>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022220" y="27557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7224547" y="27557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7426873" y="27557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7022220" y="29580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7224547" y="29580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7426873" y="29580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7629199" y="2351050"/>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7629199" y="2553392"/>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7629199" y="27557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7629224" y="29580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7022220" y="31604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7224547" y="31604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7426873" y="31604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7022220" y="33627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7224547" y="33627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426873" y="33627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7629199" y="3160433"/>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629224" y="3362774"/>
                <a:ext cx="59400" cy="59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2"/>
            <p:cNvGrpSpPr/>
            <p:nvPr/>
          </p:nvGrpSpPr>
          <p:grpSpPr>
            <a:xfrm>
              <a:off x="-225" y="2008293"/>
              <a:ext cx="301775" cy="1126923"/>
              <a:chOff x="-225" y="1987280"/>
              <a:chExt cx="318900" cy="1190873"/>
            </a:xfrm>
          </p:grpSpPr>
          <p:sp>
            <p:nvSpPr>
              <p:cNvPr id="72" name="Google Shape;72;p2"/>
              <p:cNvSpPr/>
              <p:nvPr/>
            </p:nvSpPr>
            <p:spPr>
              <a:xfrm>
                <a:off x="-175" y="1987280"/>
                <a:ext cx="318794" cy="116648"/>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75" y="2255817"/>
                <a:ext cx="318794" cy="116648"/>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75" y="2524353"/>
                <a:ext cx="318794" cy="116648"/>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225" y="2792878"/>
                <a:ext cx="318900" cy="11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225" y="3061453"/>
                <a:ext cx="318900" cy="11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2"/>
            <p:cNvGrpSpPr/>
            <p:nvPr/>
          </p:nvGrpSpPr>
          <p:grpSpPr>
            <a:xfrm>
              <a:off x="8842175" y="668859"/>
              <a:ext cx="301822" cy="872807"/>
              <a:chOff x="-225" y="2255817"/>
              <a:chExt cx="318950" cy="922336"/>
            </a:xfrm>
          </p:grpSpPr>
          <p:sp>
            <p:nvSpPr>
              <p:cNvPr id="78" name="Google Shape;78;p2"/>
              <p:cNvSpPr/>
              <p:nvPr/>
            </p:nvSpPr>
            <p:spPr>
              <a:xfrm>
                <a:off x="-175" y="2255817"/>
                <a:ext cx="318900" cy="11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75" y="2524353"/>
                <a:ext cx="318900" cy="11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225" y="2792878"/>
                <a:ext cx="318900" cy="11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225" y="3061453"/>
                <a:ext cx="318900" cy="11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2"/>
            <p:cNvGrpSpPr/>
            <p:nvPr/>
          </p:nvGrpSpPr>
          <p:grpSpPr>
            <a:xfrm>
              <a:off x="5798375" y="4270684"/>
              <a:ext cx="301822" cy="872807"/>
              <a:chOff x="1611209" y="2255817"/>
              <a:chExt cx="318950" cy="922336"/>
            </a:xfrm>
          </p:grpSpPr>
          <p:sp>
            <p:nvSpPr>
              <p:cNvPr id="83" name="Google Shape;83;p2"/>
              <p:cNvSpPr/>
              <p:nvPr/>
            </p:nvSpPr>
            <p:spPr>
              <a:xfrm>
                <a:off x="1611259" y="2255817"/>
                <a:ext cx="318900" cy="11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611259" y="2524353"/>
                <a:ext cx="318900" cy="11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611209" y="2792878"/>
                <a:ext cx="318900" cy="11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611209" y="3061453"/>
                <a:ext cx="318900" cy="11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2"/>
            <p:cNvGrpSpPr/>
            <p:nvPr/>
          </p:nvGrpSpPr>
          <p:grpSpPr>
            <a:xfrm>
              <a:off x="685795" y="0"/>
              <a:ext cx="666403" cy="666424"/>
              <a:chOff x="7996345" y="980275"/>
              <a:chExt cx="666403" cy="666424"/>
            </a:xfrm>
          </p:grpSpPr>
          <p:sp>
            <p:nvSpPr>
              <p:cNvPr id="88" name="Google Shape;88;p2"/>
              <p:cNvSpPr/>
              <p:nvPr/>
            </p:nvSpPr>
            <p:spPr>
              <a:xfrm>
                <a:off x="7996345" y="980275"/>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8198672" y="980275"/>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8400998" y="980275"/>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7996345" y="1182617"/>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8198672" y="1182617"/>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8400998" y="1182617"/>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7996345" y="1384958"/>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8198672" y="1384958"/>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8400998" y="1384958"/>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7996345" y="1587299"/>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8198672" y="1587299"/>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8400998" y="1587299"/>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8603324" y="980275"/>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8603324" y="1182617"/>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8603324" y="1384958"/>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8603349" y="1587299"/>
                <a:ext cx="59400" cy="59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 name="Google Shape;104;p2"/>
          <p:cNvSpPr txBox="1">
            <a:spLocks noGrp="1"/>
          </p:cNvSpPr>
          <p:nvPr>
            <p:ph type="ctrTitle"/>
          </p:nvPr>
        </p:nvSpPr>
        <p:spPr>
          <a:xfrm>
            <a:off x="685800" y="1541675"/>
            <a:ext cx="5740200" cy="2060100"/>
          </a:xfrm>
          <a:prstGeom prst="rect">
            <a:avLst/>
          </a:prstGeom>
        </p:spPr>
        <p:txBody>
          <a:bodyPr spcFirstLastPara="1" wrap="square" lIns="0" tIns="0" rIns="0" bIns="0"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56"/>
        <p:cNvGrpSpPr/>
        <p:nvPr/>
      </p:nvGrpSpPr>
      <p:grpSpPr>
        <a:xfrm>
          <a:off x="0" y="0"/>
          <a:ext cx="0" cy="0"/>
          <a:chOff x="0" y="0"/>
          <a:chExt cx="0" cy="0"/>
        </a:xfrm>
      </p:grpSpPr>
      <p:grpSp>
        <p:nvGrpSpPr>
          <p:cNvPr id="257" name="Google Shape;257;p5"/>
          <p:cNvGrpSpPr/>
          <p:nvPr/>
        </p:nvGrpSpPr>
        <p:grpSpPr>
          <a:xfrm>
            <a:off x="-207" y="0"/>
            <a:ext cx="9158157" cy="5149835"/>
            <a:chOff x="-207" y="0"/>
            <a:chExt cx="9158157" cy="5149835"/>
          </a:xfrm>
        </p:grpSpPr>
        <p:sp>
          <p:nvSpPr>
            <p:cNvPr id="258" name="Google Shape;258;p5"/>
            <p:cNvSpPr/>
            <p:nvPr/>
          </p:nvSpPr>
          <p:spPr>
            <a:xfrm>
              <a:off x="8504250" y="4489800"/>
              <a:ext cx="6537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5"/>
            <p:cNvSpPr/>
            <p:nvPr/>
          </p:nvSpPr>
          <p:spPr>
            <a:xfrm>
              <a:off x="0" y="0"/>
              <a:ext cx="6537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5"/>
            <p:cNvSpPr/>
            <p:nvPr/>
          </p:nvSpPr>
          <p:spPr>
            <a:xfrm>
              <a:off x="322375" y="664300"/>
              <a:ext cx="81819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 name="Google Shape;261;p5"/>
            <p:cNvGrpSpPr/>
            <p:nvPr/>
          </p:nvGrpSpPr>
          <p:grpSpPr>
            <a:xfrm>
              <a:off x="-207" y="664293"/>
              <a:ext cx="155867" cy="653721"/>
              <a:chOff x="5385375" y="498300"/>
              <a:chExt cx="802200" cy="556500"/>
            </a:xfrm>
          </p:grpSpPr>
          <p:sp>
            <p:nvSpPr>
              <p:cNvPr id="262" name="Google Shape;262;p5"/>
              <p:cNvSpPr/>
              <p:nvPr/>
            </p:nvSpPr>
            <p:spPr>
              <a:xfrm>
                <a:off x="5385375" y="4983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5"/>
              <p:cNvSpPr/>
              <p:nvPr/>
            </p:nvSpPr>
            <p:spPr>
              <a:xfrm>
                <a:off x="5385375" y="7269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5"/>
              <p:cNvSpPr/>
              <p:nvPr/>
            </p:nvSpPr>
            <p:spPr>
              <a:xfrm>
                <a:off x="5385375" y="9555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5" name="Google Shape;265;p5"/>
            <p:cNvGrpSpPr/>
            <p:nvPr/>
          </p:nvGrpSpPr>
          <p:grpSpPr>
            <a:xfrm>
              <a:off x="322384" y="4483463"/>
              <a:ext cx="666347" cy="666373"/>
              <a:chOff x="7134700" y="414375"/>
              <a:chExt cx="501919" cy="501900"/>
            </a:xfrm>
          </p:grpSpPr>
          <p:sp>
            <p:nvSpPr>
              <p:cNvPr id="266" name="Google Shape;266;p5"/>
              <p:cNvSpPr/>
              <p:nvPr/>
            </p:nvSpPr>
            <p:spPr>
              <a:xfrm>
                <a:off x="71347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5"/>
              <p:cNvSpPr/>
              <p:nvPr/>
            </p:nvSpPr>
            <p:spPr>
              <a:xfrm>
                <a:off x="72871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p:nvPr/>
            </p:nvSpPr>
            <p:spPr>
              <a:xfrm>
                <a:off x="74395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5"/>
              <p:cNvSpPr/>
              <p:nvPr/>
            </p:nvSpPr>
            <p:spPr>
              <a:xfrm>
                <a:off x="71347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5"/>
              <p:cNvSpPr/>
              <p:nvPr/>
            </p:nvSpPr>
            <p:spPr>
              <a:xfrm>
                <a:off x="72871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
              <p:cNvSpPr/>
              <p:nvPr/>
            </p:nvSpPr>
            <p:spPr>
              <a:xfrm>
                <a:off x="74395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5"/>
              <p:cNvSpPr/>
              <p:nvPr/>
            </p:nvSpPr>
            <p:spPr>
              <a:xfrm>
                <a:off x="71347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5"/>
              <p:cNvSpPr/>
              <p:nvPr/>
            </p:nvSpPr>
            <p:spPr>
              <a:xfrm>
                <a:off x="72871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5"/>
              <p:cNvSpPr/>
              <p:nvPr/>
            </p:nvSpPr>
            <p:spPr>
              <a:xfrm>
                <a:off x="74395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5"/>
              <p:cNvSpPr/>
              <p:nvPr/>
            </p:nvSpPr>
            <p:spPr>
              <a:xfrm>
                <a:off x="71347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
              <p:cNvSpPr/>
              <p:nvPr/>
            </p:nvSpPr>
            <p:spPr>
              <a:xfrm>
                <a:off x="72871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74395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5"/>
              <p:cNvSpPr/>
              <p:nvPr/>
            </p:nvSpPr>
            <p:spPr>
              <a:xfrm>
                <a:off x="75919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75919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
              <p:cNvSpPr/>
              <p:nvPr/>
            </p:nvSpPr>
            <p:spPr>
              <a:xfrm>
                <a:off x="75919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7591919"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 name="Google Shape;282;p5"/>
            <p:cNvGrpSpPr/>
            <p:nvPr/>
          </p:nvGrpSpPr>
          <p:grpSpPr>
            <a:xfrm>
              <a:off x="8832384" y="670955"/>
              <a:ext cx="311815" cy="653721"/>
              <a:chOff x="5385375" y="498300"/>
              <a:chExt cx="802200" cy="556500"/>
            </a:xfrm>
          </p:grpSpPr>
          <p:sp>
            <p:nvSpPr>
              <p:cNvPr id="283" name="Google Shape;283;p5"/>
              <p:cNvSpPr/>
              <p:nvPr/>
            </p:nvSpPr>
            <p:spPr>
              <a:xfrm>
                <a:off x="5385375" y="4983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5"/>
              <p:cNvSpPr/>
              <p:nvPr/>
            </p:nvSpPr>
            <p:spPr>
              <a:xfrm>
                <a:off x="5385375" y="7269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5"/>
              <p:cNvSpPr/>
              <p:nvPr/>
            </p:nvSpPr>
            <p:spPr>
              <a:xfrm>
                <a:off x="5385375" y="9555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86" name="Google Shape;286;p5"/>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287" name="Google Shape;287;p5"/>
          <p:cNvSpPr txBox="1">
            <a:spLocks noGrp="1"/>
          </p:cNvSpPr>
          <p:nvPr>
            <p:ph type="body" idx="1"/>
          </p:nvPr>
        </p:nvSpPr>
        <p:spPr>
          <a:xfrm>
            <a:off x="1199775" y="1599700"/>
            <a:ext cx="6650700" cy="2886000"/>
          </a:xfrm>
          <a:prstGeom prst="rect">
            <a:avLst/>
          </a:prstGeom>
        </p:spPr>
        <p:txBody>
          <a:bodyPr spcFirstLastPara="1" wrap="square" lIns="0" tIns="0" rIns="0" bIns="0" anchor="t" anchorCtr="0">
            <a:noAutofit/>
          </a:bodyPr>
          <a:lstStyle>
            <a:lvl1pPr marL="457200" lvl="0" indent="-381000" rtl="0">
              <a:spcBef>
                <a:spcPts val="600"/>
              </a:spcBef>
              <a:spcAft>
                <a:spcPts val="0"/>
              </a:spcAft>
              <a:buSzPts val="24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81000" rtl="0">
              <a:spcBef>
                <a:spcPts val="0"/>
              </a:spcBef>
              <a:spcAft>
                <a:spcPts val="0"/>
              </a:spcAft>
              <a:buSzPts val="2400"/>
              <a:buChar char="▫"/>
              <a:defRPr/>
            </a:lvl4pPr>
            <a:lvl5pPr marL="2286000" lvl="4" indent="-381000" rtl="0">
              <a:spcBef>
                <a:spcPts val="0"/>
              </a:spcBef>
              <a:spcAft>
                <a:spcPts val="0"/>
              </a:spcAft>
              <a:buSzPts val="2400"/>
              <a:buChar char="▫"/>
              <a:defRPr/>
            </a:lvl5pPr>
            <a:lvl6pPr marL="2743200" lvl="5" indent="-381000" rtl="0">
              <a:spcBef>
                <a:spcPts val="0"/>
              </a:spcBef>
              <a:spcAft>
                <a:spcPts val="0"/>
              </a:spcAft>
              <a:buSzPts val="2400"/>
              <a:buChar char="▫"/>
              <a:defRPr/>
            </a:lvl6pPr>
            <a:lvl7pPr marL="3200400" lvl="6" indent="-381000" rtl="0">
              <a:spcBef>
                <a:spcPts val="0"/>
              </a:spcBef>
              <a:spcAft>
                <a:spcPts val="0"/>
              </a:spcAft>
              <a:buSzPts val="2400"/>
              <a:buChar char="▫"/>
              <a:defRPr/>
            </a:lvl7pPr>
            <a:lvl8pPr marL="3657600" lvl="7" indent="-381000" rtl="0">
              <a:spcBef>
                <a:spcPts val="0"/>
              </a:spcBef>
              <a:spcAft>
                <a:spcPts val="0"/>
              </a:spcAft>
              <a:buSzPts val="2400"/>
              <a:buChar char="▫"/>
              <a:defRPr/>
            </a:lvl8pPr>
            <a:lvl9pPr marL="4114800" lvl="8" indent="-381000" rtl="0">
              <a:spcBef>
                <a:spcPts val="0"/>
              </a:spcBef>
              <a:spcAft>
                <a:spcPts val="0"/>
              </a:spcAft>
              <a:buSzPts val="2400"/>
              <a:buChar char="▫"/>
              <a:defRPr/>
            </a:lvl9pPr>
          </a:lstStyle>
          <a:p>
            <a:endParaRPr/>
          </a:p>
        </p:txBody>
      </p:sp>
      <p:sp>
        <p:nvSpPr>
          <p:cNvPr id="288" name="Google Shape;288;p5"/>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21"/>
        <p:cNvGrpSpPr/>
        <p:nvPr/>
      </p:nvGrpSpPr>
      <p:grpSpPr>
        <a:xfrm>
          <a:off x="0" y="0"/>
          <a:ext cx="0" cy="0"/>
          <a:chOff x="0" y="0"/>
          <a:chExt cx="0" cy="0"/>
        </a:xfrm>
      </p:grpSpPr>
      <p:grpSp>
        <p:nvGrpSpPr>
          <p:cNvPr id="322" name="Google Shape;322;p7"/>
          <p:cNvGrpSpPr/>
          <p:nvPr/>
        </p:nvGrpSpPr>
        <p:grpSpPr>
          <a:xfrm>
            <a:off x="-207" y="0"/>
            <a:ext cx="9158157" cy="5149835"/>
            <a:chOff x="-207" y="0"/>
            <a:chExt cx="9158157" cy="5149835"/>
          </a:xfrm>
        </p:grpSpPr>
        <p:sp>
          <p:nvSpPr>
            <p:cNvPr id="323" name="Google Shape;323;p7"/>
            <p:cNvSpPr/>
            <p:nvPr/>
          </p:nvSpPr>
          <p:spPr>
            <a:xfrm>
              <a:off x="8504250" y="4489800"/>
              <a:ext cx="6537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a:off x="0" y="0"/>
              <a:ext cx="6537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a:off x="322375" y="664300"/>
              <a:ext cx="81819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 name="Google Shape;326;p7"/>
            <p:cNvGrpSpPr/>
            <p:nvPr/>
          </p:nvGrpSpPr>
          <p:grpSpPr>
            <a:xfrm>
              <a:off x="-207" y="664293"/>
              <a:ext cx="155867" cy="653721"/>
              <a:chOff x="5385375" y="498300"/>
              <a:chExt cx="802200" cy="556500"/>
            </a:xfrm>
          </p:grpSpPr>
          <p:sp>
            <p:nvSpPr>
              <p:cNvPr id="327" name="Google Shape;327;p7"/>
              <p:cNvSpPr/>
              <p:nvPr/>
            </p:nvSpPr>
            <p:spPr>
              <a:xfrm>
                <a:off x="5385375" y="4983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7"/>
              <p:cNvSpPr/>
              <p:nvPr/>
            </p:nvSpPr>
            <p:spPr>
              <a:xfrm>
                <a:off x="5385375" y="7269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385375" y="955500"/>
                <a:ext cx="802200" cy="99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 name="Google Shape;330;p7"/>
            <p:cNvGrpSpPr/>
            <p:nvPr/>
          </p:nvGrpSpPr>
          <p:grpSpPr>
            <a:xfrm>
              <a:off x="322384" y="4483463"/>
              <a:ext cx="666347" cy="666373"/>
              <a:chOff x="7134700" y="414375"/>
              <a:chExt cx="501919" cy="501900"/>
            </a:xfrm>
          </p:grpSpPr>
          <p:sp>
            <p:nvSpPr>
              <p:cNvPr id="331" name="Google Shape;331;p7"/>
              <p:cNvSpPr/>
              <p:nvPr/>
            </p:nvSpPr>
            <p:spPr>
              <a:xfrm>
                <a:off x="71347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7"/>
              <p:cNvSpPr/>
              <p:nvPr/>
            </p:nvSpPr>
            <p:spPr>
              <a:xfrm>
                <a:off x="72871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74395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71347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7"/>
              <p:cNvSpPr/>
              <p:nvPr/>
            </p:nvSpPr>
            <p:spPr>
              <a:xfrm>
                <a:off x="72871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7"/>
              <p:cNvSpPr/>
              <p:nvPr/>
            </p:nvSpPr>
            <p:spPr>
              <a:xfrm>
                <a:off x="74395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71347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72871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7"/>
              <p:cNvSpPr/>
              <p:nvPr/>
            </p:nvSpPr>
            <p:spPr>
              <a:xfrm>
                <a:off x="74395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7"/>
              <p:cNvSpPr/>
              <p:nvPr/>
            </p:nvSpPr>
            <p:spPr>
              <a:xfrm>
                <a:off x="71347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7"/>
              <p:cNvSpPr/>
              <p:nvPr/>
            </p:nvSpPr>
            <p:spPr>
              <a:xfrm>
                <a:off x="72871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7"/>
              <p:cNvSpPr/>
              <p:nvPr/>
            </p:nvSpPr>
            <p:spPr>
              <a:xfrm>
                <a:off x="7439500"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7591900" y="4143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7591900" y="5667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7591900" y="7191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7591919" y="871575"/>
                <a:ext cx="44700" cy="44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7"/>
            <p:cNvGrpSpPr/>
            <p:nvPr/>
          </p:nvGrpSpPr>
          <p:grpSpPr>
            <a:xfrm>
              <a:off x="8832384" y="670955"/>
              <a:ext cx="311815" cy="653721"/>
              <a:chOff x="5385375" y="498300"/>
              <a:chExt cx="802200" cy="556500"/>
            </a:xfrm>
          </p:grpSpPr>
          <p:sp>
            <p:nvSpPr>
              <p:cNvPr id="348" name="Google Shape;348;p7"/>
              <p:cNvSpPr/>
              <p:nvPr/>
            </p:nvSpPr>
            <p:spPr>
              <a:xfrm>
                <a:off x="5385375" y="4983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7"/>
              <p:cNvSpPr/>
              <p:nvPr/>
            </p:nvSpPr>
            <p:spPr>
              <a:xfrm>
                <a:off x="5385375" y="7269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5385375" y="9555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51" name="Google Shape;351;p7"/>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52" name="Google Shape;352;p7"/>
          <p:cNvSpPr txBox="1">
            <a:spLocks noGrp="1"/>
          </p:cNvSpPr>
          <p:nvPr>
            <p:ph type="body" idx="1"/>
          </p:nvPr>
        </p:nvSpPr>
        <p:spPr>
          <a:xfrm>
            <a:off x="1172650" y="1599700"/>
            <a:ext cx="3447300" cy="28902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353" name="Google Shape;353;p7"/>
          <p:cNvSpPr txBox="1">
            <a:spLocks noGrp="1"/>
          </p:cNvSpPr>
          <p:nvPr>
            <p:ph type="body" idx="2"/>
          </p:nvPr>
        </p:nvSpPr>
        <p:spPr>
          <a:xfrm>
            <a:off x="5056888" y="1599700"/>
            <a:ext cx="3447300" cy="2890200"/>
          </a:xfrm>
          <a:prstGeom prst="rect">
            <a:avLst/>
          </a:prstGeom>
        </p:spPr>
        <p:txBody>
          <a:bodyPr spcFirstLastPara="1" wrap="square" lIns="0" tIns="0" rIns="0" bIns="0" anchor="t" anchorCtr="0">
            <a:noAutofit/>
          </a:bodyPr>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354" name="Google Shape;354;p7"/>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2"/>
        <p:cNvGrpSpPr/>
        <p:nvPr/>
      </p:nvGrpSpPr>
      <p:grpSpPr>
        <a:xfrm>
          <a:off x="0" y="0"/>
          <a:ext cx="0" cy="0"/>
          <a:chOff x="0" y="0"/>
          <a:chExt cx="0" cy="0"/>
        </a:xfrm>
      </p:grpSpPr>
      <p:sp>
        <p:nvSpPr>
          <p:cNvPr id="423" name="Google Shape;423;p10"/>
          <p:cNvSpPr/>
          <p:nvPr/>
        </p:nvSpPr>
        <p:spPr>
          <a:xfrm>
            <a:off x="8504250" y="4489800"/>
            <a:ext cx="653700" cy="65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0"/>
          <p:cNvSpPr/>
          <p:nvPr/>
        </p:nvSpPr>
        <p:spPr>
          <a:xfrm>
            <a:off x="0" y="0"/>
            <a:ext cx="6537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0"/>
          <p:cNvSpPr/>
          <p:nvPr/>
        </p:nvSpPr>
        <p:spPr>
          <a:xfrm>
            <a:off x="322375" y="4489799"/>
            <a:ext cx="7524000" cy="33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 name="Google Shape;426;p10"/>
          <p:cNvGrpSpPr/>
          <p:nvPr/>
        </p:nvGrpSpPr>
        <p:grpSpPr>
          <a:xfrm>
            <a:off x="-207" y="664293"/>
            <a:ext cx="155867" cy="653721"/>
            <a:chOff x="5385375" y="498300"/>
            <a:chExt cx="802200" cy="556500"/>
          </a:xfrm>
        </p:grpSpPr>
        <p:sp>
          <p:nvSpPr>
            <p:cNvPr id="427" name="Google Shape;427;p10"/>
            <p:cNvSpPr/>
            <p:nvPr/>
          </p:nvSpPr>
          <p:spPr>
            <a:xfrm>
              <a:off x="5385375" y="498300"/>
              <a:ext cx="802200" cy="9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0"/>
            <p:cNvSpPr/>
            <p:nvPr/>
          </p:nvSpPr>
          <p:spPr>
            <a:xfrm>
              <a:off x="5385375" y="726900"/>
              <a:ext cx="802200" cy="9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0"/>
            <p:cNvSpPr/>
            <p:nvPr/>
          </p:nvSpPr>
          <p:spPr>
            <a:xfrm>
              <a:off x="5385375" y="955500"/>
              <a:ext cx="802200" cy="9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 name="Google Shape;430;p10"/>
          <p:cNvGrpSpPr/>
          <p:nvPr/>
        </p:nvGrpSpPr>
        <p:grpSpPr>
          <a:xfrm>
            <a:off x="322384" y="657975"/>
            <a:ext cx="666347" cy="666373"/>
            <a:chOff x="7134700" y="414375"/>
            <a:chExt cx="501919" cy="501900"/>
          </a:xfrm>
        </p:grpSpPr>
        <p:sp>
          <p:nvSpPr>
            <p:cNvPr id="431" name="Google Shape;431;p10"/>
            <p:cNvSpPr/>
            <p:nvPr/>
          </p:nvSpPr>
          <p:spPr>
            <a:xfrm>
              <a:off x="71347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0"/>
            <p:cNvSpPr/>
            <p:nvPr/>
          </p:nvSpPr>
          <p:spPr>
            <a:xfrm>
              <a:off x="72871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0"/>
            <p:cNvSpPr/>
            <p:nvPr/>
          </p:nvSpPr>
          <p:spPr>
            <a:xfrm>
              <a:off x="74395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0"/>
            <p:cNvSpPr/>
            <p:nvPr/>
          </p:nvSpPr>
          <p:spPr>
            <a:xfrm>
              <a:off x="71347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0"/>
            <p:cNvSpPr/>
            <p:nvPr/>
          </p:nvSpPr>
          <p:spPr>
            <a:xfrm>
              <a:off x="72871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0"/>
            <p:cNvSpPr/>
            <p:nvPr/>
          </p:nvSpPr>
          <p:spPr>
            <a:xfrm>
              <a:off x="74395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0"/>
            <p:cNvSpPr/>
            <p:nvPr/>
          </p:nvSpPr>
          <p:spPr>
            <a:xfrm>
              <a:off x="71347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0"/>
            <p:cNvSpPr/>
            <p:nvPr/>
          </p:nvSpPr>
          <p:spPr>
            <a:xfrm>
              <a:off x="72871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0"/>
            <p:cNvSpPr/>
            <p:nvPr/>
          </p:nvSpPr>
          <p:spPr>
            <a:xfrm>
              <a:off x="74395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0"/>
            <p:cNvSpPr/>
            <p:nvPr/>
          </p:nvSpPr>
          <p:spPr>
            <a:xfrm>
              <a:off x="7134700"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0"/>
            <p:cNvSpPr/>
            <p:nvPr/>
          </p:nvSpPr>
          <p:spPr>
            <a:xfrm>
              <a:off x="7287100"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0"/>
            <p:cNvSpPr/>
            <p:nvPr/>
          </p:nvSpPr>
          <p:spPr>
            <a:xfrm>
              <a:off x="7439500"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0"/>
            <p:cNvSpPr/>
            <p:nvPr/>
          </p:nvSpPr>
          <p:spPr>
            <a:xfrm>
              <a:off x="75919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0"/>
            <p:cNvSpPr/>
            <p:nvPr/>
          </p:nvSpPr>
          <p:spPr>
            <a:xfrm>
              <a:off x="75919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0"/>
            <p:cNvSpPr/>
            <p:nvPr/>
          </p:nvSpPr>
          <p:spPr>
            <a:xfrm>
              <a:off x="75919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0"/>
            <p:cNvSpPr/>
            <p:nvPr/>
          </p:nvSpPr>
          <p:spPr>
            <a:xfrm>
              <a:off x="7591919"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 name="Google Shape;447;p10"/>
          <p:cNvGrpSpPr/>
          <p:nvPr/>
        </p:nvGrpSpPr>
        <p:grpSpPr>
          <a:xfrm>
            <a:off x="8832384" y="670955"/>
            <a:ext cx="311815" cy="653721"/>
            <a:chOff x="5385375" y="498300"/>
            <a:chExt cx="802200" cy="556500"/>
          </a:xfrm>
        </p:grpSpPr>
        <p:sp>
          <p:nvSpPr>
            <p:cNvPr id="448" name="Google Shape;448;p10"/>
            <p:cNvSpPr/>
            <p:nvPr/>
          </p:nvSpPr>
          <p:spPr>
            <a:xfrm>
              <a:off x="5385375" y="4983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0"/>
            <p:cNvSpPr/>
            <p:nvPr/>
          </p:nvSpPr>
          <p:spPr>
            <a:xfrm>
              <a:off x="5385375" y="7269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0"/>
            <p:cNvSpPr/>
            <p:nvPr/>
          </p:nvSpPr>
          <p:spPr>
            <a:xfrm>
              <a:off x="5385375" y="9555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1" name="Google Shape;451;p10"/>
          <p:cNvSpPr txBox="1">
            <a:spLocks noGrp="1"/>
          </p:cNvSpPr>
          <p:nvPr>
            <p:ph type="body" idx="1"/>
          </p:nvPr>
        </p:nvSpPr>
        <p:spPr>
          <a:xfrm>
            <a:off x="650725" y="4489800"/>
            <a:ext cx="7195800" cy="331200"/>
          </a:xfrm>
          <a:prstGeom prst="rect">
            <a:avLst/>
          </a:prstGeom>
        </p:spPr>
        <p:txBody>
          <a:bodyPr spcFirstLastPara="1" wrap="square" lIns="0" tIns="0" rIns="0" bIns="0" anchor="ctr" anchorCtr="0">
            <a:noAutofit/>
          </a:bodyPr>
          <a:lstStyle>
            <a:lvl1pPr marL="457200" lvl="0" indent="-228600" rtl="0">
              <a:spcBef>
                <a:spcPts val="360"/>
              </a:spcBef>
              <a:spcAft>
                <a:spcPts val="0"/>
              </a:spcAft>
              <a:buSzPts val="1400"/>
              <a:buNone/>
              <a:defRPr sz="1400"/>
            </a:lvl1pPr>
          </a:lstStyle>
          <a:p>
            <a:endParaRPr/>
          </a:p>
        </p:txBody>
      </p:sp>
      <p:sp>
        <p:nvSpPr>
          <p:cNvPr id="452" name="Google Shape;452;p10"/>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variant 2">
  <p:cSld name="BLANK_1">
    <p:spTree>
      <p:nvGrpSpPr>
        <p:cNvPr id="1" name="Shape 483"/>
        <p:cNvGrpSpPr/>
        <p:nvPr/>
      </p:nvGrpSpPr>
      <p:grpSpPr>
        <a:xfrm>
          <a:off x="0" y="0"/>
          <a:ext cx="0" cy="0"/>
          <a:chOff x="0" y="0"/>
          <a:chExt cx="0" cy="0"/>
        </a:xfrm>
      </p:grpSpPr>
      <p:sp>
        <p:nvSpPr>
          <p:cNvPr id="484" name="Google Shape;484;p12"/>
          <p:cNvSpPr/>
          <p:nvPr/>
        </p:nvSpPr>
        <p:spPr>
          <a:xfrm>
            <a:off x="8490504" y="4489800"/>
            <a:ext cx="653700" cy="653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2"/>
          <p:cNvSpPr/>
          <p:nvPr/>
        </p:nvSpPr>
        <p:spPr>
          <a:xfrm>
            <a:off x="0" y="0"/>
            <a:ext cx="6537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6" name="Google Shape;486;p12"/>
          <p:cNvGrpSpPr/>
          <p:nvPr/>
        </p:nvGrpSpPr>
        <p:grpSpPr>
          <a:xfrm>
            <a:off x="-207" y="664293"/>
            <a:ext cx="155867" cy="653721"/>
            <a:chOff x="5385375" y="498300"/>
            <a:chExt cx="802200" cy="556500"/>
          </a:xfrm>
        </p:grpSpPr>
        <p:sp>
          <p:nvSpPr>
            <p:cNvPr id="487" name="Google Shape;487;p12"/>
            <p:cNvSpPr/>
            <p:nvPr/>
          </p:nvSpPr>
          <p:spPr>
            <a:xfrm>
              <a:off x="5385375" y="498300"/>
              <a:ext cx="802200" cy="9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2"/>
            <p:cNvSpPr/>
            <p:nvPr/>
          </p:nvSpPr>
          <p:spPr>
            <a:xfrm>
              <a:off x="5385375" y="726900"/>
              <a:ext cx="802200" cy="9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2"/>
            <p:cNvSpPr/>
            <p:nvPr/>
          </p:nvSpPr>
          <p:spPr>
            <a:xfrm>
              <a:off x="5385375" y="955500"/>
              <a:ext cx="802200" cy="9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 name="Google Shape;490;p12"/>
          <p:cNvGrpSpPr/>
          <p:nvPr/>
        </p:nvGrpSpPr>
        <p:grpSpPr>
          <a:xfrm>
            <a:off x="322384" y="657975"/>
            <a:ext cx="666347" cy="666373"/>
            <a:chOff x="7134700" y="414375"/>
            <a:chExt cx="501919" cy="501900"/>
          </a:xfrm>
        </p:grpSpPr>
        <p:sp>
          <p:nvSpPr>
            <p:cNvPr id="491" name="Google Shape;491;p12"/>
            <p:cNvSpPr/>
            <p:nvPr/>
          </p:nvSpPr>
          <p:spPr>
            <a:xfrm>
              <a:off x="71347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2"/>
            <p:cNvSpPr/>
            <p:nvPr/>
          </p:nvSpPr>
          <p:spPr>
            <a:xfrm>
              <a:off x="72871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2"/>
            <p:cNvSpPr/>
            <p:nvPr/>
          </p:nvSpPr>
          <p:spPr>
            <a:xfrm>
              <a:off x="74395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2"/>
            <p:cNvSpPr/>
            <p:nvPr/>
          </p:nvSpPr>
          <p:spPr>
            <a:xfrm>
              <a:off x="71347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2"/>
            <p:cNvSpPr/>
            <p:nvPr/>
          </p:nvSpPr>
          <p:spPr>
            <a:xfrm>
              <a:off x="72871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2"/>
            <p:cNvSpPr/>
            <p:nvPr/>
          </p:nvSpPr>
          <p:spPr>
            <a:xfrm>
              <a:off x="74395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2"/>
            <p:cNvSpPr/>
            <p:nvPr/>
          </p:nvSpPr>
          <p:spPr>
            <a:xfrm>
              <a:off x="71347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2"/>
            <p:cNvSpPr/>
            <p:nvPr/>
          </p:nvSpPr>
          <p:spPr>
            <a:xfrm>
              <a:off x="72871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2"/>
            <p:cNvSpPr/>
            <p:nvPr/>
          </p:nvSpPr>
          <p:spPr>
            <a:xfrm>
              <a:off x="74395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2"/>
            <p:cNvSpPr/>
            <p:nvPr/>
          </p:nvSpPr>
          <p:spPr>
            <a:xfrm>
              <a:off x="7134700"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2"/>
            <p:cNvSpPr/>
            <p:nvPr/>
          </p:nvSpPr>
          <p:spPr>
            <a:xfrm>
              <a:off x="7287100"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2"/>
            <p:cNvSpPr/>
            <p:nvPr/>
          </p:nvSpPr>
          <p:spPr>
            <a:xfrm>
              <a:off x="7439500"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2"/>
            <p:cNvSpPr/>
            <p:nvPr/>
          </p:nvSpPr>
          <p:spPr>
            <a:xfrm>
              <a:off x="7591900" y="4143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2"/>
            <p:cNvSpPr/>
            <p:nvPr/>
          </p:nvSpPr>
          <p:spPr>
            <a:xfrm>
              <a:off x="7591900" y="5667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2"/>
            <p:cNvSpPr/>
            <p:nvPr/>
          </p:nvSpPr>
          <p:spPr>
            <a:xfrm>
              <a:off x="7591900" y="7191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2"/>
            <p:cNvSpPr/>
            <p:nvPr/>
          </p:nvSpPr>
          <p:spPr>
            <a:xfrm>
              <a:off x="7591919" y="871575"/>
              <a:ext cx="44700" cy="44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12"/>
          <p:cNvGrpSpPr/>
          <p:nvPr/>
        </p:nvGrpSpPr>
        <p:grpSpPr>
          <a:xfrm>
            <a:off x="8832384" y="670955"/>
            <a:ext cx="311815" cy="653721"/>
            <a:chOff x="5385375" y="498300"/>
            <a:chExt cx="802200" cy="556500"/>
          </a:xfrm>
        </p:grpSpPr>
        <p:sp>
          <p:nvSpPr>
            <p:cNvPr id="508" name="Google Shape;508;p12"/>
            <p:cNvSpPr/>
            <p:nvPr/>
          </p:nvSpPr>
          <p:spPr>
            <a:xfrm>
              <a:off x="5385375" y="4983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2"/>
            <p:cNvSpPr/>
            <p:nvPr/>
          </p:nvSpPr>
          <p:spPr>
            <a:xfrm>
              <a:off x="5385375" y="7269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2"/>
            <p:cNvSpPr/>
            <p:nvPr/>
          </p:nvSpPr>
          <p:spPr>
            <a:xfrm>
              <a:off x="5385375" y="955500"/>
              <a:ext cx="802200" cy="9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1" name="Google Shape;511;p12"/>
          <p:cNvSpPr txBox="1">
            <a:spLocks noGrp="1"/>
          </p:cNvSpPr>
          <p:nvPr>
            <p:ph type="sldNum" idx="12"/>
          </p:nvPr>
        </p:nvSpPr>
        <p:spPr>
          <a:xfrm>
            <a:off x="8490504" y="4489800"/>
            <a:ext cx="653700" cy="653700"/>
          </a:xfrm>
          <a:prstGeom prst="rect">
            <a:avLst/>
          </a:prstGeom>
        </p:spPr>
        <p:txBody>
          <a:bodyPr spcFirstLastPara="1" wrap="square" lIns="0" tIns="0" rIns="0" bIns="0"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61100" y="664300"/>
            <a:ext cx="7843200" cy="653700"/>
          </a:xfrm>
          <a:prstGeom prst="rect">
            <a:avLst/>
          </a:prstGeom>
          <a:noFill/>
          <a:ln>
            <a:noFill/>
          </a:ln>
        </p:spPr>
        <p:txBody>
          <a:bodyPr spcFirstLastPara="1" wrap="square" lIns="0" tIns="0" rIns="0" bIns="0" anchor="ctr" anchorCtr="0">
            <a:noAutofit/>
          </a:bodyPr>
          <a:lstStyle>
            <a:lvl1pPr lvl="0"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1pPr>
            <a:lvl2pPr lvl="1"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2pPr>
            <a:lvl3pPr lvl="2"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3pPr>
            <a:lvl4pPr lvl="3"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4pPr>
            <a:lvl5pPr lvl="4"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5pPr>
            <a:lvl6pPr lvl="5"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6pPr>
            <a:lvl7pPr lvl="6"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7pPr>
            <a:lvl8pPr lvl="7"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8pPr>
            <a:lvl9pPr lvl="8"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9pPr>
          </a:lstStyle>
          <a:p>
            <a:endParaRPr/>
          </a:p>
        </p:txBody>
      </p:sp>
      <p:sp>
        <p:nvSpPr>
          <p:cNvPr id="7" name="Google Shape;7;p1"/>
          <p:cNvSpPr txBox="1">
            <a:spLocks noGrp="1"/>
          </p:cNvSpPr>
          <p:nvPr>
            <p:ph type="body" idx="1"/>
          </p:nvPr>
        </p:nvSpPr>
        <p:spPr>
          <a:xfrm>
            <a:off x="1314800" y="1599700"/>
            <a:ext cx="7189500" cy="2886000"/>
          </a:xfrm>
          <a:prstGeom prst="rect">
            <a:avLst/>
          </a:prstGeom>
          <a:noFill/>
          <a:ln>
            <a:noFill/>
          </a:ln>
        </p:spPr>
        <p:txBody>
          <a:bodyPr spcFirstLastPara="1" wrap="square" lIns="0" tIns="0" rIns="0" bIns="0" anchor="t" anchorCtr="0">
            <a:noAutofit/>
          </a:bodyPr>
          <a:lstStyle>
            <a:lvl1pPr marL="457200" lvl="0" indent="-381000" rtl="0">
              <a:lnSpc>
                <a:spcPct val="115000"/>
              </a:lnSpc>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marL="914400" lvl="1" indent="-381000" rtl="0">
              <a:lnSpc>
                <a:spcPct val="115000"/>
              </a:lnSpc>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2pPr>
            <a:lvl3pPr marL="1371600" lvl="2"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3pPr>
            <a:lvl4pPr marL="1828800" lvl="3"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4pPr>
            <a:lvl5pPr marL="2286000" lvl="4"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5pPr>
            <a:lvl6pPr marL="2743200" lvl="5"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6pPr>
            <a:lvl7pPr marL="3200400" lvl="6"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7pPr>
            <a:lvl8pPr marL="3657600" lvl="7"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8pPr>
            <a:lvl9pPr marL="4114800" lvl="8" indent="-381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8504254" y="4489800"/>
            <a:ext cx="653700" cy="653700"/>
          </a:xfrm>
          <a:prstGeom prst="rect">
            <a:avLst/>
          </a:prstGeom>
          <a:noFill/>
          <a:ln>
            <a:noFill/>
          </a:ln>
        </p:spPr>
        <p:txBody>
          <a:bodyPr spcFirstLastPara="1" wrap="square" lIns="0" tIns="0" rIns="0" bIns="0" anchor="ctr" anchorCtr="0">
            <a:noAutofit/>
          </a:bodyPr>
          <a:lstStyle>
            <a:lvl1pPr lvl="0" algn="ctr" rtl="0">
              <a:buNone/>
              <a:defRPr sz="1300">
                <a:solidFill>
                  <a:schemeClr val="accent1"/>
                </a:solidFill>
                <a:latin typeface="Barlow Light"/>
                <a:ea typeface="Barlow Light"/>
                <a:cs typeface="Barlow Light"/>
                <a:sym typeface="Barlow Light"/>
              </a:defRPr>
            </a:lvl1pPr>
            <a:lvl2pPr lvl="1" algn="ctr" rtl="0">
              <a:buNone/>
              <a:defRPr sz="1300">
                <a:solidFill>
                  <a:schemeClr val="accent1"/>
                </a:solidFill>
                <a:latin typeface="Barlow Light"/>
                <a:ea typeface="Barlow Light"/>
                <a:cs typeface="Barlow Light"/>
                <a:sym typeface="Barlow Light"/>
              </a:defRPr>
            </a:lvl2pPr>
            <a:lvl3pPr lvl="2" algn="ctr" rtl="0">
              <a:buNone/>
              <a:defRPr sz="1300">
                <a:solidFill>
                  <a:schemeClr val="accent1"/>
                </a:solidFill>
                <a:latin typeface="Barlow Light"/>
                <a:ea typeface="Barlow Light"/>
                <a:cs typeface="Barlow Light"/>
                <a:sym typeface="Barlow Light"/>
              </a:defRPr>
            </a:lvl3pPr>
            <a:lvl4pPr lvl="3" algn="ctr" rtl="0">
              <a:buNone/>
              <a:defRPr sz="1300">
                <a:solidFill>
                  <a:schemeClr val="accent1"/>
                </a:solidFill>
                <a:latin typeface="Barlow Light"/>
                <a:ea typeface="Barlow Light"/>
                <a:cs typeface="Barlow Light"/>
                <a:sym typeface="Barlow Light"/>
              </a:defRPr>
            </a:lvl4pPr>
            <a:lvl5pPr lvl="4" algn="ctr" rtl="0">
              <a:buNone/>
              <a:defRPr sz="1300">
                <a:solidFill>
                  <a:schemeClr val="accent1"/>
                </a:solidFill>
                <a:latin typeface="Barlow Light"/>
                <a:ea typeface="Barlow Light"/>
                <a:cs typeface="Barlow Light"/>
                <a:sym typeface="Barlow Light"/>
              </a:defRPr>
            </a:lvl5pPr>
            <a:lvl6pPr lvl="5" algn="ctr" rtl="0">
              <a:buNone/>
              <a:defRPr sz="1300">
                <a:solidFill>
                  <a:schemeClr val="accent1"/>
                </a:solidFill>
                <a:latin typeface="Barlow Light"/>
                <a:ea typeface="Barlow Light"/>
                <a:cs typeface="Barlow Light"/>
                <a:sym typeface="Barlow Light"/>
              </a:defRPr>
            </a:lvl6pPr>
            <a:lvl7pPr lvl="6" algn="ctr" rtl="0">
              <a:buNone/>
              <a:defRPr sz="1300">
                <a:solidFill>
                  <a:schemeClr val="accent1"/>
                </a:solidFill>
                <a:latin typeface="Barlow Light"/>
                <a:ea typeface="Barlow Light"/>
                <a:cs typeface="Barlow Light"/>
                <a:sym typeface="Barlow Light"/>
              </a:defRPr>
            </a:lvl7pPr>
            <a:lvl8pPr lvl="7" algn="ctr" rtl="0">
              <a:buNone/>
              <a:defRPr sz="1300">
                <a:solidFill>
                  <a:schemeClr val="accent1"/>
                </a:solidFill>
                <a:latin typeface="Barlow Light"/>
                <a:ea typeface="Barlow Light"/>
                <a:cs typeface="Barlow Light"/>
                <a:sym typeface="Barlow Light"/>
              </a:defRPr>
            </a:lvl8pPr>
            <a:lvl9pPr lvl="8" algn="ctr" rtl="0">
              <a:buNone/>
              <a:defRPr sz="1300">
                <a:solidFill>
                  <a:schemeClr val="accent1"/>
                </a:solidFill>
                <a:latin typeface="Barlow Light"/>
                <a:ea typeface="Barlow Light"/>
                <a:cs typeface="Barlow Light"/>
                <a:sym typeface="Barlow Light"/>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6" r:id="rId4"/>
    <p:sldLayoutId id="2147483658" r:id="rId5"/>
  </p:sldLayoutIdLst>
  <p:transition>
    <p:fade thruBlk="1"/>
  </p:transition>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13"/>
          <p:cNvSpPr txBox="1">
            <a:spLocks noGrp="1"/>
          </p:cNvSpPr>
          <p:nvPr>
            <p:ph type="ctrTitle"/>
          </p:nvPr>
        </p:nvSpPr>
        <p:spPr>
          <a:xfrm>
            <a:off x="685800" y="1541675"/>
            <a:ext cx="5740200" cy="2060100"/>
          </a:xfrm>
          <a:prstGeom prst="rect">
            <a:avLst/>
          </a:prstGeom>
        </p:spPr>
        <p:txBody>
          <a:bodyPr spcFirstLastPara="1" wrap="square" lIns="0" tIns="0" rIns="0" bIns="0" anchor="ctr" anchorCtr="0">
            <a:noAutofit/>
          </a:bodyPr>
          <a:lstStyle/>
          <a:p>
            <a:pPr lvl="0"/>
            <a:r>
              <a:rPr lang="en-US" b="1" dirty="0"/>
              <a:t>Information Systems in Digital Age</a:t>
            </a:r>
            <a:br>
              <a:rPr lang="en-US" b="1" dirty="0"/>
            </a:br>
            <a:r>
              <a:rPr lang="en-US" sz="2000" b="1" dirty="0"/>
              <a:t>Module-I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14"/>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800" dirty="0"/>
              <a:t>System-Concept</a:t>
            </a:r>
            <a:endParaRPr sz="2800"/>
          </a:p>
        </p:txBody>
      </p:sp>
      <p:graphicFrame>
        <p:nvGraphicFramePr>
          <p:cNvPr id="9" name="Diagram 8"/>
          <p:cNvGraphicFramePr/>
          <p:nvPr/>
        </p:nvGraphicFramePr>
        <p:xfrm>
          <a:off x="838200" y="1428750"/>
          <a:ext cx="7772400" cy="1505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25" name="Google Shape;525;p14"/>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a:t>
            </a:fld>
            <a:endParaRPr/>
          </a:p>
        </p:txBody>
      </p:sp>
      <p:pic>
        <p:nvPicPr>
          <p:cNvPr id="1026" name="Picture 2"/>
          <p:cNvPicPr>
            <a:picLocks noChangeAspect="1" noChangeArrowheads="1"/>
          </p:cNvPicPr>
          <p:nvPr/>
        </p:nvPicPr>
        <p:blipFill>
          <a:blip r:embed="rId8"/>
          <a:srcRect/>
          <a:stretch>
            <a:fillRect/>
          </a:stretch>
        </p:blipFill>
        <p:spPr bwMode="auto">
          <a:xfrm>
            <a:off x="2057400" y="3028950"/>
            <a:ext cx="5105400" cy="1905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14"/>
          <p:cNvSpPr txBox="1">
            <a:spLocks noGrp="1"/>
          </p:cNvSpPr>
          <p:nvPr>
            <p:ph type="title"/>
          </p:nvPr>
        </p:nvSpPr>
        <p:spPr>
          <a:xfrm>
            <a:off x="661100" y="664300"/>
            <a:ext cx="78432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2800" dirty="0"/>
              <a:t>System-Characteristics</a:t>
            </a:r>
            <a:endParaRPr sz="2800"/>
          </a:p>
        </p:txBody>
      </p:sp>
      <p:graphicFrame>
        <p:nvGraphicFramePr>
          <p:cNvPr id="9" name="Diagram 8"/>
          <p:cNvGraphicFramePr/>
          <p:nvPr>
            <p:extLst>
              <p:ext uri="{D42A27DB-BD31-4B8C-83A1-F6EECF244321}">
                <p14:modId xmlns:p14="http://schemas.microsoft.com/office/powerpoint/2010/main" val="1977795939"/>
              </p:ext>
            </p:extLst>
          </p:nvPr>
        </p:nvGraphicFramePr>
        <p:xfrm>
          <a:off x="1066800" y="1428750"/>
          <a:ext cx="7239000" cy="335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25" name="Google Shape;525;p14"/>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sz="2800" b="1" dirty="0"/>
              <a:t>Components of a System</a:t>
            </a:r>
            <a:endParaRPr lang="en-US" dirty="0"/>
          </a:p>
        </p:txBody>
      </p:sp>
      <p:graphicFrame>
        <p:nvGraphicFramePr>
          <p:cNvPr id="6" name="Diagram 5"/>
          <p:cNvGraphicFramePr/>
          <p:nvPr/>
        </p:nvGraphicFramePr>
        <p:xfrm>
          <a:off x="1066800" y="1352550"/>
          <a:ext cx="7315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Vs Close System</a:t>
            </a:r>
          </a:p>
        </p:txBody>
      </p:sp>
      <p:graphicFrame>
        <p:nvGraphicFramePr>
          <p:cNvPr id="6" name="Diagram 5"/>
          <p:cNvGraphicFramePr/>
          <p:nvPr/>
        </p:nvGraphicFramePr>
        <p:xfrm>
          <a:off x="1172650" y="1599700"/>
          <a:ext cx="3447300" cy="3258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p:cNvGraphicFramePr/>
          <p:nvPr/>
        </p:nvGraphicFramePr>
        <p:xfrm>
          <a:off x="5056888" y="1815150"/>
          <a:ext cx="3447300" cy="2890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Slide Number Placeholder 4"/>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655"/>
        <p:cNvGrpSpPr/>
        <p:nvPr/>
      </p:nvGrpSpPr>
      <p:grpSpPr>
        <a:xfrm>
          <a:off x="0" y="0"/>
          <a:ext cx="0" cy="0"/>
          <a:chOff x="0" y="0"/>
          <a:chExt cx="0" cy="0"/>
        </a:xfrm>
      </p:grpSpPr>
      <p:sp>
        <p:nvSpPr>
          <p:cNvPr id="656" name="Google Shape;656;p28"/>
          <p:cNvSpPr txBox="1">
            <a:spLocks noGrp="1"/>
          </p:cNvSpPr>
          <p:nvPr>
            <p:ph type="ctrTitle" idx="4294967295"/>
          </p:nvPr>
        </p:nvSpPr>
        <p:spPr>
          <a:xfrm>
            <a:off x="1143000" y="742950"/>
            <a:ext cx="7467600" cy="3505200"/>
          </a:xfrm>
          <a:prstGeom prst="rect">
            <a:avLst/>
          </a:prstGeom>
        </p:spPr>
        <p:txBody>
          <a:bodyPr spcFirstLastPara="1" wrap="square" lIns="0" tIns="0" rIns="0" bIns="0" anchor="ctr" anchorCtr="0">
            <a:noAutofit/>
          </a:bodyPr>
          <a:lstStyle/>
          <a:p>
            <a:pPr lvl="0"/>
            <a:r>
              <a:rPr lang="en-US" sz="3200" i="1" dirty="0">
                <a:effectLst>
                  <a:glow rad="101600">
                    <a:schemeClr val="tx2">
                      <a:lumMod val="10000"/>
                      <a:alpha val="60000"/>
                    </a:schemeClr>
                  </a:glow>
                </a:effectLst>
              </a:rPr>
              <a:t>“Information systems are interrelated components working together to collect, process, store, and disseminate information to support decision making, coordination, control, analysis, and </a:t>
            </a:r>
            <a:r>
              <a:rPr lang="en-US" sz="3200" i="1" dirty="0" err="1">
                <a:effectLst>
                  <a:glow rad="101600">
                    <a:schemeClr val="tx2">
                      <a:lumMod val="10000"/>
                      <a:alpha val="60000"/>
                    </a:schemeClr>
                  </a:glow>
                </a:effectLst>
              </a:rPr>
              <a:t>viualization</a:t>
            </a:r>
            <a:r>
              <a:rPr lang="en-US" sz="3200" i="1" dirty="0">
                <a:effectLst>
                  <a:glow rad="101600">
                    <a:schemeClr val="tx2">
                      <a:lumMod val="10000"/>
                      <a:alpha val="60000"/>
                    </a:schemeClr>
                  </a:glow>
                </a:effectLst>
              </a:rPr>
              <a:t> in an organization.”</a:t>
            </a:r>
            <a:endParaRPr sz="3200" b="1" i="1">
              <a:effectLst>
                <a:glow rad="101600">
                  <a:schemeClr val="tx2">
                    <a:lumMod val="10000"/>
                    <a:alpha val="60000"/>
                  </a:schemeClr>
                </a:glow>
              </a:effectLst>
            </a:endParaRPr>
          </a:p>
        </p:txBody>
      </p:sp>
      <p:sp>
        <p:nvSpPr>
          <p:cNvPr id="662" name="Google Shape;662;p28"/>
          <p:cNvSpPr txBox="1">
            <a:spLocks noGrp="1"/>
          </p:cNvSpPr>
          <p:nvPr>
            <p:ph type="sldNum" idx="12"/>
          </p:nvPr>
        </p:nvSpPr>
        <p:spPr>
          <a:xfrm>
            <a:off x="849050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solidFill>
                  <a:schemeClr val="dk1"/>
                </a:solidFill>
              </a:rPr>
              <a:pPr marL="0" lvl="0" indent="0" algn="ctr" rtl="0">
                <a:spcBef>
                  <a:spcPts val="0"/>
                </a:spcBef>
                <a:spcAft>
                  <a:spcPts val="0"/>
                </a:spcAft>
                <a:buNone/>
              </a:pPr>
              <a:t>6</a:t>
            </a:fld>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7</a:t>
            </a:fld>
            <a:endParaRPr lang="en"/>
          </a:p>
        </p:txBody>
      </p:sp>
      <p:pic>
        <p:nvPicPr>
          <p:cNvPr id="4098" name="Picture 2"/>
          <p:cNvPicPr>
            <a:picLocks noChangeAspect="1" noChangeArrowheads="1"/>
          </p:cNvPicPr>
          <p:nvPr/>
        </p:nvPicPr>
        <p:blipFill>
          <a:blip r:embed="rId2"/>
          <a:srcRect/>
          <a:stretch>
            <a:fillRect/>
          </a:stretch>
        </p:blipFill>
        <p:spPr bwMode="auto">
          <a:xfrm>
            <a:off x="1219200" y="285750"/>
            <a:ext cx="7162800" cy="4636314"/>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36"/>
          <p:cNvSpPr txBox="1">
            <a:spLocks noGrp="1"/>
          </p:cNvSpPr>
          <p:nvPr>
            <p:ph type="title"/>
          </p:nvPr>
        </p:nvSpPr>
        <p:spPr>
          <a:xfrm>
            <a:off x="609600" y="664300"/>
            <a:ext cx="78947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Information Systems- Components</a:t>
            </a:r>
            <a:endParaRPr/>
          </a:p>
        </p:txBody>
      </p:sp>
      <p:sp>
        <p:nvSpPr>
          <p:cNvPr id="762" name="Google Shape;762;p36"/>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8</a:t>
            </a:fld>
            <a:endParaRPr/>
          </a:p>
        </p:txBody>
      </p:sp>
      <p:pic>
        <p:nvPicPr>
          <p:cNvPr id="3075" name="Picture 3"/>
          <p:cNvPicPr>
            <a:picLocks noChangeAspect="1" noChangeArrowheads="1"/>
          </p:cNvPicPr>
          <p:nvPr/>
        </p:nvPicPr>
        <p:blipFill>
          <a:blip r:embed="rId3"/>
          <a:srcRect/>
          <a:stretch>
            <a:fillRect/>
          </a:stretch>
        </p:blipFill>
        <p:spPr bwMode="auto">
          <a:xfrm>
            <a:off x="1371600" y="1352550"/>
            <a:ext cx="5867400" cy="379095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36"/>
          <p:cNvSpPr txBox="1">
            <a:spLocks noGrp="1"/>
          </p:cNvSpPr>
          <p:nvPr>
            <p:ph type="title"/>
          </p:nvPr>
        </p:nvSpPr>
        <p:spPr>
          <a:xfrm>
            <a:off x="609600" y="664300"/>
            <a:ext cx="7894700" cy="65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Information Systems- Components</a:t>
            </a:r>
            <a:endParaRPr/>
          </a:p>
        </p:txBody>
      </p:sp>
      <p:sp>
        <p:nvSpPr>
          <p:cNvPr id="762" name="Google Shape;762;p36"/>
          <p:cNvSpPr txBox="1">
            <a:spLocks noGrp="1"/>
          </p:cNvSpPr>
          <p:nvPr>
            <p:ph type="sldNum" idx="12"/>
          </p:nvPr>
        </p:nvSpPr>
        <p:spPr>
          <a:xfrm>
            <a:off x="850425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9</a:t>
            </a:fld>
            <a:endParaRPr/>
          </a:p>
        </p:txBody>
      </p:sp>
      <p:graphicFrame>
        <p:nvGraphicFramePr>
          <p:cNvPr id="6" name="Diagram 5"/>
          <p:cNvGraphicFramePr/>
          <p:nvPr/>
        </p:nvGraphicFramePr>
        <p:xfrm>
          <a:off x="762000" y="1428750"/>
          <a:ext cx="7696200" cy="30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655"/>
        <p:cNvGrpSpPr/>
        <p:nvPr/>
      </p:nvGrpSpPr>
      <p:grpSpPr>
        <a:xfrm>
          <a:off x="0" y="0"/>
          <a:ext cx="0" cy="0"/>
          <a:chOff x="0" y="0"/>
          <a:chExt cx="0" cy="0"/>
        </a:xfrm>
      </p:grpSpPr>
      <p:sp>
        <p:nvSpPr>
          <p:cNvPr id="662" name="Google Shape;662;p28"/>
          <p:cNvSpPr txBox="1">
            <a:spLocks noGrp="1"/>
          </p:cNvSpPr>
          <p:nvPr>
            <p:ph type="sldNum" idx="12"/>
          </p:nvPr>
        </p:nvSpPr>
        <p:spPr>
          <a:xfrm>
            <a:off x="8610600" y="4552950"/>
            <a:ext cx="533604" cy="59055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solidFill>
                  <a:schemeClr val="dk1"/>
                </a:solidFill>
              </a:rPr>
              <a:pPr marL="0" lvl="0" indent="0" algn="ctr" rtl="0">
                <a:spcBef>
                  <a:spcPts val="0"/>
                </a:spcBef>
                <a:spcAft>
                  <a:spcPts val="0"/>
                </a:spcAft>
                <a:buNone/>
              </a:pPr>
              <a:t>10</a:t>
            </a:fld>
            <a:endParaRPr>
              <a:solidFill>
                <a:schemeClr val="dk1"/>
              </a:solidFill>
            </a:endParaRPr>
          </a:p>
        </p:txBody>
      </p:sp>
      <p:graphicFrame>
        <p:nvGraphicFramePr>
          <p:cNvPr id="4" name="Table 3"/>
          <p:cNvGraphicFramePr>
            <a:graphicFrameLocks noGrp="1"/>
          </p:cNvGraphicFramePr>
          <p:nvPr/>
        </p:nvGraphicFramePr>
        <p:xfrm>
          <a:off x="761999" y="285751"/>
          <a:ext cx="8001002" cy="4571996"/>
        </p:xfrm>
        <a:graphic>
          <a:graphicData uri="http://schemas.openxmlformats.org/drawingml/2006/table">
            <a:tbl>
              <a:tblPr firstRow="1" bandRow="1">
                <a:tableStyleId>{DF604AA6-F1BE-4B66-B280-FDCC3A6EED3E}</a:tableStyleId>
              </a:tblPr>
              <a:tblGrid>
                <a:gridCol w="1188268">
                  <a:extLst>
                    <a:ext uri="{9D8B030D-6E8A-4147-A177-3AD203B41FA5}">
                      <a16:colId xmlns:a16="http://schemas.microsoft.com/office/drawing/2014/main" val="20000"/>
                    </a:ext>
                  </a:extLst>
                </a:gridCol>
                <a:gridCol w="2059664">
                  <a:extLst>
                    <a:ext uri="{9D8B030D-6E8A-4147-A177-3AD203B41FA5}">
                      <a16:colId xmlns:a16="http://schemas.microsoft.com/office/drawing/2014/main" val="20001"/>
                    </a:ext>
                  </a:extLst>
                </a:gridCol>
                <a:gridCol w="4753070">
                  <a:extLst>
                    <a:ext uri="{9D8B030D-6E8A-4147-A177-3AD203B41FA5}">
                      <a16:colId xmlns:a16="http://schemas.microsoft.com/office/drawing/2014/main" val="20002"/>
                    </a:ext>
                  </a:extLst>
                </a:gridCol>
              </a:tblGrid>
              <a:tr h="491393">
                <a:tc rowSpan="2">
                  <a:txBody>
                    <a:bodyPr/>
                    <a:lstStyle/>
                    <a:p>
                      <a:r>
                        <a:rPr lang="en-US" dirty="0"/>
                        <a:t>Hardware Resources:</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Computer Systems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Personal computer, Mini-computer, Mainframe</a:t>
                      </a:r>
                      <a:r>
                        <a:rPr lang="en-US" baseline="0" dirty="0"/>
                        <a:t> Computer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7595">
                <a:tc vMerge="1">
                  <a:txBody>
                    <a:bodyPr/>
                    <a:lstStyle/>
                    <a:p>
                      <a:endParaRPr lang="en-US" dirty="0"/>
                    </a:p>
                  </a:txBody>
                  <a:tcPr/>
                </a:tc>
                <a:tc>
                  <a:txBody>
                    <a:bodyPr/>
                    <a:lstStyle/>
                    <a:p>
                      <a:r>
                        <a:rPr lang="en-US" dirty="0"/>
                        <a:t>Computer Peripherals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Keyboard mouse, Monitor, Printer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5874">
                <a:tc rowSpan="2">
                  <a:txBody>
                    <a:bodyPr/>
                    <a:lstStyle/>
                    <a:p>
                      <a:r>
                        <a:rPr lang="en-US" dirty="0"/>
                        <a:t>Software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System Software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Operating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09494">
                <a:tc vMerge="1">
                  <a:txBody>
                    <a:bodyPr/>
                    <a:lstStyle/>
                    <a:p>
                      <a:endParaRPr lang="en-US" dirty="0"/>
                    </a:p>
                  </a:txBody>
                  <a:tcPr/>
                </a:tc>
                <a:tc>
                  <a:txBody>
                    <a:bodyPr/>
                    <a:lstStyle/>
                    <a:p>
                      <a:r>
                        <a:rPr lang="en-US" dirty="0"/>
                        <a:t>Application</a:t>
                      </a:r>
                      <a:r>
                        <a:rPr lang="en-US" baseline="0" dirty="0"/>
                        <a:t> Software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MS office, Tally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83528">
                <a:tc gridSpan="2">
                  <a:txBody>
                    <a:bodyPr/>
                    <a:lstStyle/>
                    <a:p>
                      <a:r>
                        <a:rPr lang="en-US" dirty="0"/>
                        <a:t>Date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a:txBody>
                    <a:bodyPr/>
                    <a:lstStyle/>
                    <a:p>
                      <a:r>
                        <a:rPr lang="en-US" dirty="0"/>
                        <a:t>Different types of data: Alphanumeric, text, audio, video, imager</a:t>
                      </a:r>
                      <a:r>
                        <a:rPr lang="en-US" baseline="0" dirty="0"/>
                        <a:t> etc</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83528">
                <a:tc rowSpan="2">
                  <a:txBody>
                    <a:bodyPr/>
                    <a:lstStyle/>
                    <a:p>
                      <a:r>
                        <a:rPr lang="en-US" dirty="0"/>
                        <a:t>Network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Communication Media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Twisted Pair, Fiber-Optic cable,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83528">
                <a:tc vMerge="1">
                  <a:txBody>
                    <a:bodyPr/>
                    <a:lstStyle/>
                    <a:p>
                      <a:endParaRPr lang="en-US" dirty="0"/>
                    </a:p>
                  </a:txBody>
                  <a:tcPr/>
                </a:tc>
                <a:tc>
                  <a:txBody>
                    <a:bodyPr/>
                    <a:lstStyle/>
                    <a:p>
                      <a:r>
                        <a:rPr lang="en-US" dirty="0"/>
                        <a:t>Network</a:t>
                      </a:r>
                      <a:r>
                        <a:rPr lang="en-US" baseline="0" dirty="0"/>
                        <a:t> support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Technicians, hardware</a:t>
                      </a:r>
                      <a:r>
                        <a:rPr lang="en-US" baseline="0" dirty="0"/>
                        <a:t> ,software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83528">
                <a:tc rowSpan="2">
                  <a:txBody>
                    <a:bodyPr/>
                    <a:lstStyle/>
                    <a:p>
                      <a:r>
                        <a:rPr lang="en-US" dirty="0"/>
                        <a:t>People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End Users: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People who uses Information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583528">
                <a:tc vMerge="1">
                  <a:txBody>
                    <a:bodyPr/>
                    <a:lstStyle/>
                    <a:p>
                      <a:endParaRPr lang="en-US" dirty="0"/>
                    </a:p>
                  </a:txBody>
                  <a:tcPr/>
                </a:tc>
                <a:tc>
                  <a:txBody>
                    <a:bodyPr/>
                    <a:lstStyle/>
                    <a:p>
                      <a:r>
                        <a:rPr lang="en-US" dirty="0"/>
                        <a:t>Specialists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System analysis, Programmer, system administrators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9900"/>
                </a:solidFill>
              </a:rPr>
              <a:t>Data-Information-Knowledge-Wisdom</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11</a:t>
            </a:fld>
            <a:endParaRPr lang="en"/>
          </a:p>
        </p:txBody>
      </p:sp>
      <p:pic>
        <p:nvPicPr>
          <p:cNvPr id="1027" name="Picture 3"/>
          <p:cNvPicPr>
            <a:picLocks noChangeAspect="1" noChangeArrowheads="1"/>
          </p:cNvPicPr>
          <p:nvPr/>
        </p:nvPicPr>
        <p:blipFill>
          <a:blip r:embed="rId2"/>
          <a:srcRect/>
          <a:stretch>
            <a:fillRect/>
          </a:stretch>
        </p:blipFill>
        <p:spPr bwMode="auto">
          <a:xfrm>
            <a:off x="1371600" y="1428750"/>
            <a:ext cx="6324600" cy="35971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9900"/>
                </a:solidFill>
              </a:rPr>
              <a:t>Data-Information-Knowledge-Wisdom</a:t>
            </a:r>
          </a:p>
        </p:txBody>
      </p:sp>
      <p:graphicFrame>
        <p:nvGraphicFramePr>
          <p:cNvPr id="5" name="Diagram 4"/>
          <p:cNvGraphicFramePr/>
          <p:nvPr/>
        </p:nvGraphicFramePr>
        <p:xfrm>
          <a:off x="762000" y="1276350"/>
          <a:ext cx="7696200" cy="34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12</a:t>
            </a:fld>
            <a:endParaRPr lang="e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62" name="Google Shape;662;p28"/>
          <p:cNvSpPr txBox="1">
            <a:spLocks noGrp="1"/>
          </p:cNvSpPr>
          <p:nvPr>
            <p:ph type="sldNum" idx="12"/>
          </p:nvPr>
        </p:nvSpPr>
        <p:spPr>
          <a:xfrm>
            <a:off x="8610600" y="4552950"/>
            <a:ext cx="533604" cy="59055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solidFill>
                  <a:schemeClr val="dk1"/>
                </a:solidFill>
              </a:rPr>
              <a:pPr marL="0" lvl="0" indent="0" algn="ctr" rtl="0">
                <a:spcBef>
                  <a:spcPts val="0"/>
                </a:spcBef>
                <a:spcAft>
                  <a:spcPts val="0"/>
                </a:spcAft>
                <a:buNone/>
              </a:pPr>
              <a:t>13</a:t>
            </a:fld>
            <a:endParaRPr>
              <a:solidFill>
                <a:schemeClr val="dk1"/>
              </a:solidFill>
            </a:endParaRPr>
          </a:p>
        </p:txBody>
      </p:sp>
      <p:graphicFrame>
        <p:nvGraphicFramePr>
          <p:cNvPr id="6" name="Diagram 5"/>
          <p:cNvGraphicFramePr/>
          <p:nvPr/>
        </p:nvGraphicFramePr>
        <p:xfrm>
          <a:off x="685800" y="0"/>
          <a:ext cx="7772400" cy="514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p:cNvSpPr/>
          <p:nvPr/>
        </p:nvSpPr>
        <p:spPr>
          <a:xfrm rot="16200000">
            <a:off x="-1463272" y="2982123"/>
            <a:ext cx="3539122" cy="584775"/>
          </a:xfrm>
          <a:prstGeom prst="rect">
            <a:avLst/>
          </a:prstGeom>
        </p:spPr>
        <p:txBody>
          <a:bodyPr wrap="square">
            <a:spAutoFit/>
          </a:bodyPr>
          <a:lstStyle/>
          <a:p>
            <a:r>
              <a:rPr lang="en-US" sz="1600" b="1" dirty="0">
                <a:solidFill>
                  <a:srgbClr val="FF9900"/>
                </a:solidFill>
              </a:rPr>
              <a:t>Information Systems in Business-Case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solidFill>
                  <a:srgbClr val="FF9900"/>
                </a:solidFill>
              </a:rPr>
              <a:t>Information Systems in Business-Case </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14</a:t>
            </a:fld>
            <a:endParaRPr lang="en"/>
          </a:p>
        </p:txBody>
      </p:sp>
      <p:pic>
        <p:nvPicPr>
          <p:cNvPr id="26626" name="Picture 2"/>
          <p:cNvPicPr>
            <a:picLocks noChangeAspect="1" noChangeArrowheads="1"/>
          </p:cNvPicPr>
          <p:nvPr/>
        </p:nvPicPr>
        <p:blipFill>
          <a:blip r:embed="rId2"/>
          <a:srcRect/>
          <a:stretch>
            <a:fillRect/>
          </a:stretch>
        </p:blipFill>
        <p:spPr bwMode="auto">
          <a:xfrm>
            <a:off x="656117" y="1352550"/>
            <a:ext cx="7867650" cy="37909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9900"/>
                </a:solidFill>
              </a:rPr>
              <a:t>Organizations As Systems</a:t>
            </a:r>
          </a:p>
        </p:txBody>
      </p:sp>
      <p:graphicFrame>
        <p:nvGraphicFramePr>
          <p:cNvPr id="5" name="Diagram 4"/>
          <p:cNvGraphicFramePr/>
          <p:nvPr/>
        </p:nvGraphicFramePr>
        <p:xfrm>
          <a:off x="1199775" y="1599700"/>
          <a:ext cx="6650700" cy="2886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15</a:t>
            </a:fld>
            <a:endParaRPr lang="e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9900"/>
                </a:solidFill>
              </a:rPr>
              <a:t>Organizations As Systems</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16</a:t>
            </a:fld>
            <a:endParaRPr lang="en"/>
          </a:p>
        </p:txBody>
      </p:sp>
      <p:graphicFrame>
        <p:nvGraphicFramePr>
          <p:cNvPr id="7" name="Diagram 6"/>
          <p:cNvGraphicFramePr/>
          <p:nvPr>
            <p:extLst>
              <p:ext uri="{D42A27DB-BD31-4B8C-83A1-F6EECF244321}">
                <p14:modId xmlns:p14="http://schemas.microsoft.com/office/powerpoint/2010/main" val="2247599253"/>
              </p:ext>
            </p:extLst>
          </p:nvPr>
        </p:nvGraphicFramePr>
        <p:xfrm>
          <a:off x="838200" y="1352550"/>
          <a:ext cx="7543800" cy="3714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Hierarchical and Matrix Organizational Structure</a:t>
            </a:r>
          </a:p>
        </p:txBody>
      </p:sp>
      <p:graphicFrame>
        <p:nvGraphicFramePr>
          <p:cNvPr id="5" name="Diagram 4"/>
          <p:cNvGraphicFramePr/>
          <p:nvPr/>
        </p:nvGraphicFramePr>
        <p:xfrm>
          <a:off x="1219200" y="1504950"/>
          <a:ext cx="70104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17</a:t>
            </a:fld>
            <a:endParaRPr lang="e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62" name="Google Shape;662;p28"/>
          <p:cNvSpPr txBox="1">
            <a:spLocks noGrp="1"/>
          </p:cNvSpPr>
          <p:nvPr>
            <p:ph type="sldNum" idx="12"/>
          </p:nvPr>
        </p:nvSpPr>
        <p:spPr>
          <a:xfrm>
            <a:off x="8610600" y="4552950"/>
            <a:ext cx="533604" cy="59055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solidFill>
                  <a:schemeClr val="dk1"/>
                </a:solidFill>
              </a:rPr>
              <a:pPr marL="0" lvl="0" indent="0" algn="ctr" rtl="0">
                <a:spcBef>
                  <a:spcPts val="0"/>
                </a:spcBef>
                <a:spcAft>
                  <a:spcPts val="0"/>
                </a:spcAft>
                <a:buNone/>
              </a:pPr>
              <a:t>18</a:t>
            </a:fld>
            <a:endParaRPr>
              <a:solidFill>
                <a:schemeClr val="dk1"/>
              </a:solidFill>
            </a:endParaRPr>
          </a:p>
        </p:txBody>
      </p:sp>
      <p:graphicFrame>
        <p:nvGraphicFramePr>
          <p:cNvPr id="5" name="Diagram 4"/>
          <p:cNvGraphicFramePr/>
          <p:nvPr/>
        </p:nvGraphicFramePr>
        <p:xfrm>
          <a:off x="685800" y="0"/>
          <a:ext cx="7772400" cy="514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rot="16200000">
            <a:off x="-2063925" y="2425875"/>
            <a:ext cx="4781550" cy="653700"/>
          </a:xfrm>
          <a:prstGeom prst="rect">
            <a:avLst/>
          </a:prstGeom>
        </p:spPr>
        <p:txBody>
          <a:bodyPr anchor="ct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9900"/>
                </a:solidFill>
                <a:effectLst/>
                <a:uLnTx/>
                <a:uFillTx/>
                <a:latin typeface="Arial"/>
                <a:ea typeface="Arial"/>
                <a:cs typeface="Arial"/>
                <a:sym typeface="Arial"/>
              </a:rPr>
              <a:t>Hierarchical Organizational Structure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62" name="Google Shape;662;p28"/>
          <p:cNvSpPr txBox="1">
            <a:spLocks noGrp="1"/>
          </p:cNvSpPr>
          <p:nvPr>
            <p:ph type="sldNum" idx="12"/>
          </p:nvPr>
        </p:nvSpPr>
        <p:spPr>
          <a:xfrm>
            <a:off x="8610600" y="4552950"/>
            <a:ext cx="533604" cy="59055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solidFill>
                  <a:schemeClr val="dk1"/>
                </a:solidFill>
              </a:rPr>
              <a:pPr marL="0" lvl="0" indent="0" algn="ctr" rtl="0">
                <a:spcBef>
                  <a:spcPts val="0"/>
                </a:spcBef>
                <a:spcAft>
                  <a:spcPts val="0"/>
                </a:spcAft>
                <a:buNone/>
              </a:pPr>
              <a:t>19</a:t>
            </a:fld>
            <a:endParaRPr>
              <a:solidFill>
                <a:schemeClr val="dk1"/>
              </a:solidFill>
            </a:endParaRPr>
          </a:p>
        </p:txBody>
      </p:sp>
      <p:graphicFrame>
        <p:nvGraphicFramePr>
          <p:cNvPr id="5" name="Diagram 4"/>
          <p:cNvGraphicFramePr/>
          <p:nvPr>
            <p:extLst>
              <p:ext uri="{D42A27DB-BD31-4B8C-83A1-F6EECF244321}">
                <p14:modId xmlns:p14="http://schemas.microsoft.com/office/powerpoint/2010/main" val="2448728090"/>
              </p:ext>
            </p:extLst>
          </p:nvPr>
        </p:nvGraphicFramePr>
        <p:xfrm>
          <a:off x="685800" y="0"/>
          <a:ext cx="7772400" cy="514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p:cNvSpPr txBox="1">
            <a:spLocks/>
          </p:cNvSpPr>
          <p:nvPr/>
        </p:nvSpPr>
        <p:spPr>
          <a:xfrm rot="16200000">
            <a:off x="-2063925" y="2425875"/>
            <a:ext cx="4781550" cy="653700"/>
          </a:xfrm>
          <a:prstGeom prst="rect">
            <a:avLst/>
          </a:prstGeom>
        </p:spPr>
        <p:txBody>
          <a:bodyPr anchor="ctr"/>
          <a:lstStyle/>
          <a:p>
            <a:r>
              <a:rPr lang="en-US" sz="2400" b="1" dirty="0">
                <a:solidFill>
                  <a:srgbClr val="FF9900"/>
                </a:solidFill>
              </a:rPr>
              <a:t>Matrix </a:t>
            </a:r>
            <a:r>
              <a:rPr kumimoji="0" lang="en-US" sz="2400" b="1" i="0" u="none" strike="noStrike" kern="0" cap="none" spc="0" normalizeH="0" baseline="0" noProof="0" dirty="0">
                <a:ln>
                  <a:noFill/>
                </a:ln>
                <a:solidFill>
                  <a:srgbClr val="FF9900"/>
                </a:solidFill>
                <a:effectLst/>
                <a:uLnTx/>
                <a:uFillTx/>
                <a:latin typeface="Arial"/>
                <a:ea typeface="Arial"/>
                <a:cs typeface="Arial"/>
                <a:sym typeface="Arial"/>
              </a:rPr>
              <a:t>Organizational</a:t>
            </a:r>
          </a:p>
          <a:p>
            <a:r>
              <a:rPr kumimoji="0" lang="en-US" sz="2400" b="1" i="0" u="none" strike="noStrike" kern="0" cap="none" spc="0" normalizeH="0" baseline="0" noProof="0" dirty="0">
                <a:ln>
                  <a:noFill/>
                </a:ln>
                <a:solidFill>
                  <a:srgbClr val="FF9900"/>
                </a:solidFill>
                <a:effectLst/>
                <a:uLnTx/>
                <a:uFillTx/>
                <a:latin typeface="Arial"/>
                <a:ea typeface="Arial"/>
                <a:cs typeface="Arial"/>
                <a:sym typeface="Arial"/>
              </a:rPr>
              <a:t> Structure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Organizational Structure</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20</a:t>
            </a:fld>
            <a:endParaRPr lang="en"/>
          </a:p>
        </p:txBody>
      </p:sp>
      <p:pic>
        <p:nvPicPr>
          <p:cNvPr id="28675" name="Picture 3"/>
          <p:cNvPicPr>
            <a:picLocks noChangeAspect="1" noChangeArrowheads="1"/>
          </p:cNvPicPr>
          <p:nvPr/>
        </p:nvPicPr>
        <p:blipFill>
          <a:blip r:embed="rId2"/>
          <a:srcRect/>
          <a:stretch>
            <a:fillRect/>
          </a:stretch>
        </p:blipFill>
        <p:spPr bwMode="auto">
          <a:xfrm>
            <a:off x="1095702" y="1504950"/>
            <a:ext cx="7342363" cy="33528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a:t>
            </a:r>
          </a:p>
        </p:txBody>
      </p:sp>
      <p:sp>
        <p:nvSpPr>
          <p:cNvPr id="3" name="Text Placeholder 2"/>
          <p:cNvSpPr>
            <a:spLocks noGrp="1"/>
          </p:cNvSpPr>
          <p:nvPr>
            <p:ph type="body" idx="1"/>
          </p:nvPr>
        </p:nvSpPr>
        <p:spPr/>
        <p:txBody>
          <a:bodyPr/>
          <a:lstStyle/>
          <a:p>
            <a:r>
              <a:rPr lang="en-US" dirty="0"/>
              <a:t>A Business Process as a collection of inter-related events, activities and decision points that involve a number of actors and objects, which collectively lead to an outcome that is of value to at least one customer</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21</a:t>
            </a:fld>
            <a:endParaRPr lang="e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22</a:t>
            </a:fld>
            <a:endParaRPr lang="en"/>
          </a:p>
        </p:txBody>
      </p:sp>
      <p:pic>
        <p:nvPicPr>
          <p:cNvPr id="1026" name="Picture 2"/>
          <p:cNvPicPr>
            <a:picLocks noChangeAspect="1" noChangeArrowheads="1"/>
          </p:cNvPicPr>
          <p:nvPr/>
        </p:nvPicPr>
        <p:blipFill>
          <a:blip r:embed="rId2"/>
          <a:srcRect/>
          <a:stretch>
            <a:fillRect/>
          </a:stretch>
        </p:blipFill>
        <p:spPr bwMode="auto">
          <a:xfrm>
            <a:off x="668974" y="1333500"/>
            <a:ext cx="7789225" cy="38100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 - Essential Attributes </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23</a:t>
            </a:fld>
            <a:endParaRPr lang="en"/>
          </a:p>
        </p:txBody>
      </p:sp>
      <p:graphicFrame>
        <p:nvGraphicFramePr>
          <p:cNvPr id="7" name="Diagram 6"/>
          <p:cNvGraphicFramePr/>
          <p:nvPr/>
        </p:nvGraphicFramePr>
        <p:xfrm>
          <a:off x="990600" y="1388626"/>
          <a:ext cx="7391400" cy="30119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Process-Ford</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24</a:t>
            </a:fld>
            <a:endParaRPr lang="en"/>
          </a:p>
        </p:txBody>
      </p:sp>
      <p:pic>
        <p:nvPicPr>
          <p:cNvPr id="2051" name="Picture 3"/>
          <p:cNvPicPr>
            <a:picLocks noChangeAspect="1" noChangeArrowheads="1"/>
          </p:cNvPicPr>
          <p:nvPr/>
        </p:nvPicPr>
        <p:blipFill>
          <a:blip r:embed="rId2"/>
          <a:srcRect/>
          <a:stretch>
            <a:fillRect/>
          </a:stretch>
        </p:blipFill>
        <p:spPr bwMode="auto">
          <a:xfrm>
            <a:off x="685800" y="1352550"/>
            <a:ext cx="7772400" cy="379095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Redesigned Business Process-Ford</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25</a:t>
            </a:fld>
            <a:endParaRPr lang="en"/>
          </a:p>
        </p:txBody>
      </p:sp>
      <p:pic>
        <p:nvPicPr>
          <p:cNvPr id="3074" name="Picture 2"/>
          <p:cNvPicPr>
            <a:picLocks noChangeAspect="1" noChangeArrowheads="1"/>
          </p:cNvPicPr>
          <p:nvPr/>
        </p:nvPicPr>
        <p:blipFill>
          <a:blip r:embed="rId2"/>
          <a:srcRect/>
          <a:stretch>
            <a:fillRect/>
          </a:stretch>
        </p:blipFill>
        <p:spPr bwMode="auto">
          <a:xfrm>
            <a:off x="662050" y="1340675"/>
            <a:ext cx="7796150" cy="380282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62" name="Google Shape;662;p28"/>
          <p:cNvSpPr txBox="1">
            <a:spLocks noGrp="1"/>
          </p:cNvSpPr>
          <p:nvPr>
            <p:ph type="sldNum" idx="12"/>
          </p:nvPr>
        </p:nvSpPr>
        <p:spPr>
          <a:xfrm>
            <a:off x="8610600" y="4552950"/>
            <a:ext cx="533604" cy="59055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solidFill>
                  <a:schemeClr val="dk1"/>
                </a:solidFill>
              </a:rPr>
              <a:pPr marL="0" lvl="0" indent="0" algn="ctr" rtl="0">
                <a:spcBef>
                  <a:spcPts val="0"/>
                </a:spcBef>
                <a:spcAft>
                  <a:spcPts val="0"/>
                </a:spcAft>
                <a:buNone/>
              </a:pPr>
              <a:t>26</a:t>
            </a:fld>
            <a:endParaRPr>
              <a:solidFill>
                <a:schemeClr val="dk1"/>
              </a:solidFill>
            </a:endParaRPr>
          </a:p>
        </p:txBody>
      </p:sp>
      <p:pic>
        <p:nvPicPr>
          <p:cNvPr id="5" name="Picture 3"/>
          <p:cNvPicPr>
            <a:picLocks noChangeAspect="1" noChangeArrowheads="1"/>
          </p:cNvPicPr>
          <p:nvPr/>
        </p:nvPicPr>
        <p:blipFill>
          <a:blip r:embed="rId3"/>
          <a:srcRect/>
          <a:stretch>
            <a:fillRect/>
          </a:stretch>
        </p:blipFill>
        <p:spPr bwMode="auto">
          <a:xfrm>
            <a:off x="0" y="0"/>
            <a:ext cx="9143999" cy="2571750"/>
          </a:xfrm>
          <a:prstGeom prst="rect">
            <a:avLst/>
          </a:prstGeom>
          <a:noFill/>
          <a:ln w="9525">
            <a:solidFill>
              <a:schemeClr val="tx1"/>
            </a:solidFill>
            <a:miter lim="800000"/>
            <a:headEnd/>
            <a:tailEnd/>
          </a:ln>
          <a:effectLst/>
        </p:spPr>
      </p:pic>
      <p:pic>
        <p:nvPicPr>
          <p:cNvPr id="6" name="Picture 2"/>
          <p:cNvPicPr>
            <a:picLocks noChangeAspect="1" noChangeArrowheads="1"/>
          </p:cNvPicPr>
          <p:nvPr/>
        </p:nvPicPr>
        <p:blipFill>
          <a:blip r:embed="rId4"/>
          <a:srcRect/>
          <a:stretch>
            <a:fillRect/>
          </a:stretch>
        </p:blipFill>
        <p:spPr bwMode="auto">
          <a:xfrm>
            <a:off x="0" y="2571750"/>
            <a:ext cx="9144000" cy="2571750"/>
          </a:xfrm>
          <a:prstGeom prst="rect">
            <a:avLst/>
          </a:prstGeom>
          <a:noFill/>
          <a:ln w="9525">
            <a:solidFill>
              <a:schemeClr val="tx1"/>
            </a:solid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Process-Management(BPM)</a:t>
            </a:r>
          </a:p>
        </p:txBody>
      </p:sp>
      <p:graphicFrame>
        <p:nvGraphicFramePr>
          <p:cNvPr id="5" name="Diagram 4"/>
          <p:cNvGraphicFramePr/>
          <p:nvPr/>
        </p:nvGraphicFramePr>
        <p:xfrm>
          <a:off x="1199774" y="1599700"/>
          <a:ext cx="7029825" cy="3258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27</a:t>
            </a:fld>
            <a:endParaRPr lang="e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Process-Management(BPM)</a:t>
            </a:r>
          </a:p>
        </p:txBody>
      </p:sp>
      <p:graphicFrame>
        <p:nvGraphicFramePr>
          <p:cNvPr id="5" name="Diagram 4"/>
          <p:cNvGraphicFramePr/>
          <p:nvPr/>
        </p:nvGraphicFramePr>
        <p:xfrm>
          <a:off x="1199774" y="1599700"/>
          <a:ext cx="7029825" cy="3258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28</a:t>
            </a:fld>
            <a:endParaRPr lang="e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655"/>
        <p:cNvGrpSpPr/>
        <p:nvPr/>
      </p:nvGrpSpPr>
      <p:grpSpPr>
        <a:xfrm>
          <a:off x="0" y="0"/>
          <a:ext cx="0" cy="0"/>
          <a:chOff x="0" y="0"/>
          <a:chExt cx="0" cy="0"/>
        </a:xfrm>
      </p:grpSpPr>
      <p:sp>
        <p:nvSpPr>
          <p:cNvPr id="662" name="Google Shape;662;p28"/>
          <p:cNvSpPr txBox="1">
            <a:spLocks noGrp="1"/>
          </p:cNvSpPr>
          <p:nvPr>
            <p:ph type="sldNum" idx="12"/>
          </p:nvPr>
        </p:nvSpPr>
        <p:spPr>
          <a:xfrm>
            <a:off x="849050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solidFill>
                  <a:schemeClr val="dk1"/>
                </a:solidFill>
              </a:rPr>
              <a:pPr marL="0" lvl="0" indent="0" algn="ctr" rtl="0">
                <a:spcBef>
                  <a:spcPts val="0"/>
                </a:spcBef>
                <a:spcAft>
                  <a:spcPts val="0"/>
                </a:spcAft>
                <a:buNone/>
              </a:pPr>
              <a:t>29</a:t>
            </a:fld>
            <a:endParaRPr>
              <a:solidFill>
                <a:schemeClr val="dk1"/>
              </a:solidFill>
            </a:endParaRPr>
          </a:p>
        </p:txBody>
      </p:sp>
      <p:graphicFrame>
        <p:nvGraphicFramePr>
          <p:cNvPr id="5" name="Diagram 4"/>
          <p:cNvGraphicFramePr/>
          <p:nvPr/>
        </p:nvGraphicFramePr>
        <p:xfrm>
          <a:off x="685800" y="0"/>
          <a:ext cx="8458200" cy="5010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655"/>
        <p:cNvGrpSpPr/>
        <p:nvPr/>
      </p:nvGrpSpPr>
      <p:grpSpPr>
        <a:xfrm>
          <a:off x="0" y="0"/>
          <a:ext cx="0" cy="0"/>
          <a:chOff x="0" y="0"/>
          <a:chExt cx="0" cy="0"/>
        </a:xfrm>
      </p:grpSpPr>
      <p:sp>
        <p:nvSpPr>
          <p:cNvPr id="662" name="Google Shape;662;p28"/>
          <p:cNvSpPr txBox="1">
            <a:spLocks noGrp="1"/>
          </p:cNvSpPr>
          <p:nvPr>
            <p:ph type="sldNum" idx="12"/>
          </p:nvPr>
        </p:nvSpPr>
        <p:spPr>
          <a:xfrm>
            <a:off x="8490504" y="4489800"/>
            <a:ext cx="653700" cy="6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solidFill>
                  <a:schemeClr val="dk1"/>
                </a:solidFill>
              </a:rPr>
              <a:pPr marL="0" lvl="0" indent="0" algn="ctr" rtl="0">
                <a:spcBef>
                  <a:spcPts val="0"/>
                </a:spcBef>
                <a:spcAft>
                  <a:spcPts val="0"/>
                </a:spcAft>
                <a:buNone/>
              </a:pPr>
              <a:t>30</a:t>
            </a:fld>
            <a:endParaRPr>
              <a:solidFill>
                <a:schemeClr val="dk1"/>
              </a:solidFill>
            </a:endParaRPr>
          </a:p>
        </p:txBody>
      </p:sp>
      <p:graphicFrame>
        <p:nvGraphicFramePr>
          <p:cNvPr id="5" name="Diagram 4"/>
          <p:cNvGraphicFramePr/>
          <p:nvPr>
            <p:extLst>
              <p:ext uri="{D42A27DB-BD31-4B8C-83A1-F6EECF244321}">
                <p14:modId xmlns:p14="http://schemas.microsoft.com/office/powerpoint/2010/main" val="352916018"/>
              </p:ext>
            </p:extLst>
          </p:nvPr>
        </p:nvGraphicFramePr>
        <p:xfrm>
          <a:off x="685800" y="0"/>
          <a:ext cx="8458200" cy="514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p:cNvSpPr/>
          <p:nvPr/>
        </p:nvSpPr>
        <p:spPr>
          <a:xfrm rot="16200000">
            <a:off x="-2243465" y="2243465"/>
            <a:ext cx="5010150" cy="523220"/>
          </a:xfrm>
          <a:prstGeom prst="rect">
            <a:avLst/>
          </a:prstGeom>
        </p:spPr>
        <p:txBody>
          <a:bodyPr wrap="square">
            <a:spAutoFit/>
          </a:bodyPr>
          <a:lstStyle/>
          <a:p>
            <a:pPr lvl="0"/>
            <a:r>
              <a:rPr lang="en-US" sz="2800" b="1" dirty="0">
                <a:solidFill>
                  <a:srgbClr val="FFC000"/>
                </a:solidFill>
              </a:rPr>
              <a:t>BPM Life Cycle……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31</a:t>
            </a:fld>
            <a:endParaRPr lang="en"/>
          </a:p>
        </p:txBody>
      </p:sp>
      <p:sp>
        <p:nvSpPr>
          <p:cNvPr id="3" name="TextBox 2">
            <a:extLst>
              <a:ext uri="{FF2B5EF4-FFF2-40B4-BE49-F238E27FC236}">
                <a16:creationId xmlns:a16="http://schemas.microsoft.com/office/drawing/2014/main" id="{B82689D6-0E35-7680-DA18-3AAA99826B31}"/>
              </a:ext>
            </a:extLst>
          </p:cNvPr>
          <p:cNvSpPr txBox="1"/>
          <p:nvPr/>
        </p:nvSpPr>
        <p:spPr>
          <a:xfrm>
            <a:off x="2514600" y="1352550"/>
            <a:ext cx="4724400" cy="1938992"/>
          </a:xfrm>
          <a:prstGeom prst="rect">
            <a:avLst/>
          </a:prstGeom>
          <a:noFill/>
        </p:spPr>
        <p:txBody>
          <a:bodyPr wrap="square" rtlCol="0">
            <a:spAutoFit/>
          </a:bodyPr>
          <a:lstStyle/>
          <a:p>
            <a:pPr algn="ctr"/>
            <a:r>
              <a:rPr lang="en-IN" sz="4000" dirty="0"/>
              <a:t>An analysis of the Case</a:t>
            </a:r>
          </a:p>
          <a:p>
            <a:pPr algn="ctr"/>
            <a:r>
              <a:rPr lang="en-IN" sz="4000" dirty="0"/>
              <a:t>Flipped classroom</a:t>
            </a:r>
          </a:p>
        </p:txBody>
      </p:sp>
    </p:spTree>
  </p:cSld>
  <p:clrMapOvr>
    <a:masterClrMapping/>
  </p:clrMapOvr>
</p:sld>
</file>

<file path=ppt/theme/theme1.xml><?xml version="1.0" encoding="utf-8"?>
<a:theme xmlns:a="http://schemas.openxmlformats.org/drawingml/2006/main" name="Lodovico template">
  <a:themeElements>
    <a:clrScheme name="Custom 347">
      <a:dk1>
        <a:srgbClr val="272A36"/>
      </a:dk1>
      <a:lt1>
        <a:srgbClr val="FFFFFF"/>
      </a:lt1>
      <a:dk2>
        <a:srgbClr val="808392"/>
      </a:dk2>
      <a:lt2>
        <a:srgbClr val="E0E0E7"/>
      </a:lt2>
      <a:accent1>
        <a:srgbClr val="FFAD1D"/>
      </a:accent1>
      <a:accent2>
        <a:srgbClr val="EB7700"/>
      </a:accent2>
      <a:accent3>
        <a:srgbClr val="FD7E6B"/>
      </a:accent3>
      <a:accent4>
        <a:srgbClr val="F03131"/>
      </a:accent4>
      <a:accent5>
        <a:srgbClr val="41B5FF"/>
      </a:accent5>
      <a:accent6>
        <a:srgbClr val="1E87CA"/>
      </a:accent6>
      <a:hlink>
        <a:srgbClr val="272A36"/>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872</TotalTime>
  <Words>1948</Words>
  <Application>Microsoft Office PowerPoint</Application>
  <PresentationFormat>On-screen Show (16:9)</PresentationFormat>
  <Paragraphs>175</Paragraphs>
  <Slides>31</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Calibri</vt:lpstr>
      <vt:lpstr>Barlow Light</vt:lpstr>
      <vt:lpstr>Arial</vt:lpstr>
      <vt:lpstr>Barlow SemiBold</vt:lpstr>
      <vt:lpstr>Lodovico template</vt:lpstr>
      <vt:lpstr>Information Systems in Digital Age Module-I</vt:lpstr>
      <vt:lpstr>System-Concept</vt:lpstr>
      <vt:lpstr>System-Characteristics</vt:lpstr>
      <vt:lpstr>Components of a System</vt:lpstr>
      <vt:lpstr>Open Vs Close System</vt:lpstr>
      <vt:lpstr>“Information systems are interrelated components working together to collect, process, store, and disseminate information to support decision making, coordination, control, analysis, and viualization in an organization.”</vt:lpstr>
      <vt:lpstr>PowerPoint Presentation</vt:lpstr>
      <vt:lpstr>Information Systems- Components</vt:lpstr>
      <vt:lpstr>Information Systems- Components</vt:lpstr>
      <vt:lpstr>PowerPoint Presentation</vt:lpstr>
      <vt:lpstr>Data-Information-Knowledge-Wisdom</vt:lpstr>
      <vt:lpstr>Data-Information-Knowledge-Wisdom</vt:lpstr>
      <vt:lpstr>PowerPoint Presentation</vt:lpstr>
      <vt:lpstr>Information Systems in Business-Case </vt:lpstr>
      <vt:lpstr>Organizations As Systems</vt:lpstr>
      <vt:lpstr>Organizations As Systems</vt:lpstr>
      <vt:lpstr>Hierarchical and Matrix Organizational Structure</vt:lpstr>
      <vt:lpstr>PowerPoint Presentation</vt:lpstr>
      <vt:lpstr>PowerPoint Presentation</vt:lpstr>
      <vt:lpstr>Matrix Organizational Structure</vt:lpstr>
      <vt:lpstr>Business Process</vt:lpstr>
      <vt:lpstr>Business Process</vt:lpstr>
      <vt:lpstr>Business Process - Essential Attributes </vt:lpstr>
      <vt:lpstr>Business Process-Ford</vt:lpstr>
      <vt:lpstr>Redesigned Business Process-Ford</vt:lpstr>
      <vt:lpstr>PowerPoint Presentation</vt:lpstr>
      <vt:lpstr>Business Process-Management(BPM)</vt:lpstr>
      <vt:lpstr>Business Process-Management(BPM)</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Systems in Digital Age Module-I</dc:title>
  <dc:creator>Mr. Biplab Biswas</dc:creator>
  <cp:lastModifiedBy>Biplab Biswas</cp:lastModifiedBy>
  <cp:revision>99</cp:revision>
  <dcterms:modified xsi:type="dcterms:W3CDTF">2025-07-31T05:39:09Z</dcterms:modified>
</cp:coreProperties>
</file>